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4" r:id="rId1"/>
    <p:sldMasterId id="2147483695" r:id="rId2"/>
    <p:sldMasterId id="2147483696" r:id="rId3"/>
    <p:sldMasterId id="2147483697" r:id="rId4"/>
  </p:sldMasterIdLst>
  <p:notesMasterIdLst>
    <p:notesMasterId r:id="rId25"/>
  </p:notesMasterIdLst>
  <p:sldIdLst>
    <p:sldId id="256"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9" r:id="rId24"/>
  </p:sldIdLst>
  <p:sldSz cx="7772400" cy="10058400"/>
  <p:notesSz cx="6858000" cy="9144000"/>
  <p:embeddedFontLst>
    <p:embeddedFont>
      <p:font typeface="Helvetica Neue" panose="02000503000000020004" pitchFamily="2" charset="0"/>
      <p:regular r:id="rId26"/>
      <p:bold r:id="rId27"/>
      <p:italic r:id="rId28"/>
      <p:boldItalic r:id="rId29"/>
    </p:embeddedFont>
    <p:embeddedFont>
      <p:font typeface="Open Sans" panose="020B0606030504020204" pitchFamily="34" charset="0"/>
      <p:regular r:id="rId30"/>
      <p:bold r:id="rId31"/>
      <p:italic r:id="rId32"/>
      <p:boldItalic r:id="rId33"/>
    </p:embeddedFont>
    <p:embeddedFont>
      <p:font typeface="Open Sans Light" panose="020B0606030504020204" pitchFamily="34"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2"/>
    <p:restoredTop sz="94704"/>
  </p:normalViewPr>
  <p:slideViewPr>
    <p:cSldViewPr snapToGrid="0">
      <p:cViewPr varScale="1">
        <p:scale>
          <a:sx n="81" d="100"/>
          <a:sy n="81" d="100"/>
        </p:scale>
        <p:origin x="2776"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1.fntdata"/><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font" Target="fonts/font9.fntdata"/><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4.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6.fntdata"/><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e9ed12aab_0_0: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1e9ed12aa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9cfc2a9a8d_0_0: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9cfc2a9a8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9c24cf9085_0_31: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9c24cf9085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8d8c850c25_0_33: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g8d8c850c25_0_33: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9c24cf9085_0_4: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9c24cf9085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a1e537952f_0_3: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a1e537952f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62fb0d8af8_0_0: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g62fb0d8af8_0_0: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8d8c850c25_0_103: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8d8c850c25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64b864f3db_0_1: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g64b864f3db_0_1: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a1e537952f_0_14:notes"/>
          <p:cNvSpPr>
            <a:spLocks noGrp="1" noRot="1" noChangeAspect="1"/>
          </p:cNvSpPr>
          <p:nvPr>
            <p:ph type="sldImg" idx="2"/>
          </p:nvPr>
        </p:nvSpPr>
        <p:spPr>
          <a:xfrm>
            <a:off x="2104459"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a1e537952f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9dd260ecd2_0_55: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g9dd260ecd2_0_55: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9c24cf9085_0_39: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9c24cf9085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9dd260ecd2_0_75: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g9dd260ecd2_0_75: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9dd260ecd2_0_9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9dd260ecd2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9c24cf9085_0_7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9c24cf9085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a45bde9993_0_5: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ga45bde9993_0_5: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a45bde9993_0_10: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a45bde9993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9dd260ecd2_0_80: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g9dd260ecd2_0_80:notes"/>
          <p:cNvSpPr>
            <a:spLocks noGrp="1" noRot="1" noChangeAspect="1"/>
          </p:cNvSpPr>
          <p:nvPr>
            <p:ph type="sldImg" idx="2"/>
          </p:nvPr>
        </p:nvSpPr>
        <p:spPr>
          <a:xfrm>
            <a:off x="2435369" y="685800"/>
            <a:ext cx="19872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9c24cf9085_0_45: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9c24cf9085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a:extLst>
            <a:ext uri="{FF2B5EF4-FFF2-40B4-BE49-F238E27FC236}">
              <a16:creationId xmlns:a16="http://schemas.microsoft.com/office/drawing/2014/main" id="{632B34B9-B026-9096-0600-F6C6658AA492}"/>
            </a:ext>
          </a:extLst>
        </p:cNvPr>
        <p:cNvGrpSpPr/>
        <p:nvPr/>
      </p:nvGrpSpPr>
      <p:grpSpPr>
        <a:xfrm>
          <a:off x="0" y="0"/>
          <a:ext cx="0" cy="0"/>
          <a:chOff x="0" y="0"/>
          <a:chExt cx="0" cy="0"/>
        </a:xfrm>
      </p:grpSpPr>
      <p:sp>
        <p:nvSpPr>
          <p:cNvPr id="300" name="Google Shape;300;g9c24cf9085_0_45:notes">
            <a:extLst>
              <a:ext uri="{FF2B5EF4-FFF2-40B4-BE49-F238E27FC236}">
                <a16:creationId xmlns:a16="http://schemas.microsoft.com/office/drawing/2014/main" id="{802982E0-9C82-509D-7F3D-0005D2F61EAC}"/>
              </a:ext>
            </a:extLst>
          </p:cNvPr>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9c24cf9085_0_45:notes">
            <a:extLst>
              <a:ext uri="{FF2B5EF4-FFF2-40B4-BE49-F238E27FC236}">
                <a16:creationId xmlns:a16="http://schemas.microsoft.com/office/drawing/2014/main" id="{3A20B335-24FE-1A34-77A0-DB6064F2A79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183653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264952" y="1456058"/>
            <a:ext cx="7242600" cy="40140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264945" y="5542289"/>
            <a:ext cx="7242600" cy="1550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264945" y="4206107"/>
            <a:ext cx="7242600" cy="16461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264945" y="2253729"/>
            <a:ext cx="7242600" cy="66810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264945" y="2253729"/>
            <a:ext cx="3399900" cy="6681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107540" y="2253729"/>
            <a:ext cx="3399900" cy="6681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264945" y="1086507"/>
            <a:ext cx="2386800" cy="14778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264945" y="2717440"/>
            <a:ext cx="2386800" cy="6217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16713" y="880293"/>
            <a:ext cx="5412600" cy="7999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25675" y="2411542"/>
            <a:ext cx="3438300" cy="28986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25675" y="5481569"/>
            <a:ext cx="3438300" cy="2415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198575" y="1415969"/>
            <a:ext cx="3261300" cy="7226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264945" y="8273124"/>
            <a:ext cx="5099100" cy="11832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264945" y="2163089"/>
            <a:ext cx="7242600" cy="38397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264945" y="6164351"/>
            <a:ext cx="7242600" cy="25437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5"/>
        <p:cNvGrpSpPr/>
        <p:nvPr/>
      </p:nvGrpSpPr>
      <p:grpSpPr>
        <a:xfrm>
          <a:off x="0" y="0"/>
          <a:ext cx="0" cy="0"/>
          <a:chOff x="0" y="0"/>
          <a:chExt cx="0" cy="0"/>
        </a:xfrm>
      </p:grpSpPr>
      <p:sp>
        <p:nvSpPr>
          <p:cNvPr id="56" name="Google Shape;56;p14"/>
          <p:cNvSpPr txBox="1">
            <a:spLocks noGrp="1"/>
          </p:cNvSpPr>
          <p:nvPr>
            <p:ph type="ctrTitle"/>
          </p:nvPr>
        </p:nvSpPr>
        <p:spPr>
          <a:xfrm>
            <a:off x="264952" y="1456058"/>
            <a:ext cx="7242600" cy="4014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57" name="Google Shape;57;p14"/>
          <p:cNvSpPr txBox="1">
            <a:spLocks noGrp="1"/>
          </p:cNvSpPr>
          <p:nvPr>
            <p:ph type="subTitle" idx="1"/>
          </p:nvPr>
        </p:nvSpPr>
        <p:spPr>
          <a:xfrm>
            <a:off x="264945" y="5542289"/>
            <a:ext cx="7242600" cy="155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264945" y="4206107"/>
            <a:ext cx="7242600" cy="16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0"/>
        <p:cNvGrpSpPr/>
        <p:nvPr/>
      </p:nvGrpSpPr>
      <p:grpSpPr>
        <a:xfrm>
          <a:off x="0" y="0"/>
          <a:ext cx="0" cy="0"/>
          <a:chOff x="0" y="0"/>
          <a:chExt cx="0" cy="0"/>
        </a:xfrm>
      </p:grpSpPr>
      <p:sp>
        <p:nvSpPr>
          <p:cNvPr id="61" name="Google Shape;61;p16"/>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2" name="Google Shape;62;p16"/>
          <p:cNvSpPr txBox="1">
            <a:spLocks noGrp="1"/>
          </p:cNvSpPr>
          <p:nvPr>
            <p:ph type="body" idx="1"/>
          </p:nvPr>
        </p:nvSpPr>
        <p:spPr>
          <a:xfrm>
            <a:off x="264945" y="2253729"/>
            <a:ext cx="7242600" cy="62397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3"/>
        <p:cNvGrpSpPr/>
        <p:nvPr/>
      </p:nvGrpSpPr>
      <p:grpSpPr>
        <a:xfrm>
          <a:off x="0" y="0"/>
          <a:ext cx="0" cy="0"/>
          <a:chOff x="0" y="0"/>
          <a:chExt cx="0" cy="0"/>
        </a:xfrm>
      </p:grpSpPr>
      <p:sp>
        <p:nvSpPr>
          <p:cNvPr id="64" name="Google Shape;64;p17"/>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5" name="Google Shape;65;p17"/>
          <p:cNvSpPr txBox="1">
            <a:spLocks noGrp="1"/>
          </p:cNvSpPr>
          <p:nvPr>
            <p:ph type="body" idx="1"/>
          </p:nvPr>
        </p:nvSpPr>
        <p:spPr>
          <a:xfrm>
            <a:off x="264945"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66" name="Google Shape;66;p17"/>
          <p:cNvSpPr txBox="1">
            <a:spLocks noGrp="1"/>
          </p:cNvSpPr>
          <p:nvPr>
            <p:ph type="body" idx="2"/>
          </p:nvPr>
        </p:nvSpPr>
        <p:spPr>
          <a:xfrm>
            <a:off x="4107540"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7"/>
        <p:cNvGrpSpPr/>
        <p:nvPr/>
      </p:nvGrpSpPr>
      <p:grpSpPr>
        <a:xfrm>
          <a:off x="0" y="0"/>
          <a:ext cx="0" cy="0"/>
          <a:chOff x="0" y="0"/>
          <a:chExt cx="0" cy="0"/>
        </a:xfrm>
      </p:grpSpPr>
      <p:sp>
        <p:nvSpPr>
          <p:cNvPr id="68" name="Google Shape;68;p18"/>
          <p:cNvSpPr txBox="1">
            <a:spLocks noGrp="1"/>
          </p:cNvSpPr>
          <p:nvPr>
            <p:ph type="title"/>
          </p:nvPr>
        </p:nvSpPr>
        <p:spPr>
          <a:xfrm>
            <a:off x="264945" y="870271"/>
            <a:ext cx="7242600" cy="11199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9"/>
        <p:cNvGrpSpPr/>
        <p:nvPr/>
      </p:nvGrpSpPr>
      <p:grpSpPr>
        <a:xfrm>
          <a:off x="0" y="0"/>
          <a:ext cx="0" cy="0"/>
          <a:chOff x="0" y="0"/>
          <a:chExt cx="0" cy="0"/>
        </a:xfrm>
      </p:grpSpPr>
      <p:sp>
        <p:nvSpPr>
          <p:cNvPr id="70" name="Google Shape;70;p19"/>
          <p:cNvSpPr txBox="1">
            <a:spLocks noGrp="1"/>
          </p:cNvSpPr>
          <p:nvPr>
            <p:ph type="title"/>
          </p:nvPr>
        </p:nvSpPr>
        <p:spPr>
          <a:xfrm>
            <a:off x="264945" y="1086507"/>
            <a:ext cx="2386800" cy="1477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71" name="Google Shape;71;p19"/>
          <p:cNvSpPr txBox="1">
            <a:spLocks noGrp="1"/>
          </p:cNvSpPr>
          <p:nvPr>
            <p:ph type="body" idx="1"/>
          </p:nvPr>
        </p:nvSpPr>
        <p:spPr>
          <a:xfrm>
            <a:off x="264945" y="2717440"/>
            <a:ext cx="2386800" cy="62175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2"/>
        <p:cNvGrpSpPr/>
        <p:nvPr/>
      </p:nvGrpSpPr>
      <p:grpSpPr>
        <a:xfrm>
          <a:off x="0" y="0"/>
          <a:ext cx="0" cy="0"/>
          <a:chOff x="0" y="0"/>
          <a:chExt cx="0" cy="0"/>
        </a:xfrm>
      </p:grpSpPr>
      <p:sp>
        <p:nvSpPr>
          <p:cNvPr id="73" name="Google Shape;73;p20"/>
          <p:cNvSpPr txBox="1">
            <a:spLocks noGrp="1"/>
          </p:cNvSpPr>
          <p:nvPr>
            <p:ph type="title"/>
          </p:nvPr>
        </p:nvSpPr>
        <p:spPr>
          <a:xfrm>
            <a:off x="416713" y="880293"/>
            <a:ext cx="5412600" cy="7999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4"/>
        <p:cNvGrpSpPr/>
        <p:nvPr/>
      </p:nvGrpSpPr>
      <p:grpSpPr>
        <a:xfrm>
          <a:off x="0" y="0"/>
          <a:ext cx="0" cy="0"/>
          <a:chOff x="0" y="0"/>
          <a:chExt cx="0" cy="0"/>
        </a:xfrm>
      </p:grpSpPr>
      <p:sp>
        <p:nvSpPr>
          <p:cNvPr id="75" name="Google Shape;75;p21"/>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1"/>
          <p:cNvSpPr txBox="1">
            <a:spLocks noGrp="1"/>
          </p:cNvSpPr>
          <p:nvPr>
            <p:ph type="title"/>
          </p:nvPr>
        </p:nvSpPr>
        <p:spPr>
          <a:xfrm>
            <a:off x="225675" y="2411542"/>
            <a:ext cx="3438300" cy="2898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77" name="Google Shape;77;p21"/>
          <p:cNvSpPr txBox="1">
            <a:spLocks noGrp="1"/>
          </p:cNvSpPr>
          <p:nvPr>
            <p:ph type="subTitle" idx="1"/>
          </p:nvPr>
        </p:nvSpPr>
        <p:spPr>
          <a:xfrm>
            <a:off x="225675" y="5481569"/>
            <a:ext cx="3438300" cy="2415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78" name="Google Shape;78;p21"/>
          <p:cNvSpPr txBox="1">
            <a:spLocks noGrp="1"/>
          </p:cNvSpPr>
          <p:nvPr>
            <p:ph type="body" idx="2"/>
          </p:nvPr>
        </p:nvSpPr>
        <p:spPr>
          <a:xfrm>
            <a:off x="4198575" y="1415969"/>
            <a:ext cx="3261300" cy="7226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9"/>
        <p:cNvGrpSpPr/>
        <p:nvPr/>
      </p:nvGrpSpPr>
      <p:grpSpPr>
        <a:xfrm>
          <a:off x="0" y="0"/>
          <a:ext cx="0" cy="0"/>
          <a:chOff x="0" y="0"/>
          <a:chExt cx="0" cy="0"/>
        </a:xfrm>
      </p:grpSpPr>
      <p:sp>
        <p:nvSpPr>
          <p:cNvPr id="80" name="Google Shape;80;p22"/>
          <p:cNvSpPr txBox="1">
            <a:spLocks noGrp="1"/>
          </p:cNvSpPr>
          <p:nvPr>
            <p:ph type="body" idx="1"/>
          </p:nvPr>
        </p:nvSpPr>
        <p:spPr>
          <a:xfrm>
            <a:off x="264945" y="8273124"/>
            <a:ext cx="5099100" cy="11832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800"/>
              <a:buNone/>
              <a:defRPr/>
            </a:lvl1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1"/>
        <p:cNvGrpSpPr/>
        <p:nvPr/>
      </p:nvGrpSpPr>
      <p:grpSpPr>
        <a:xfrm>
          <a:off x="0" y="0"/>
          <a:ext cx="0" cy="0"/>
          <a:chOff x="0" y="0"/>
          <a:chExt cx="0" cy="0"/>
        </a:xfrm>
      </p:grpSpPr>
      <p:sp>
        <p:nvSpPr>
          <p:cNvPr id="82" name="Google Shape;82;p23"/>
          <p:cNvSpPr txBox="1">
            <a:spLocks noGrp="1"/>
          </p:cNvSpPr>
          <p:nvPr>
            <p:ph type="title" hasCustomPrompt="1"/>
          </p:nvPr>
        </p:nvSpPr>
        <p:spPr>
          <a:xfrm>
            <a:off x="264945" y="2163089"/>
            <a:ext cx="7242600" cy="3839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83" name="Google Shape;83;p23"/>
          <p:cNvSpPr txBox="1">
            <a:spLocks noGrp="1"/>
          </p:cNvSpPr>
          <p:nvPr>
            <p:ph type="body" idx="1"/>
          </p:nvPr>
        </p:nvSpPr>
        <p:spPr>
          <a:xfrm>
            <a:off x="264945" y="6164351"/>
            <a:ext cx="7242600" cy="25437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4"/>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9"/>
        <p:cNvGrpSpPr/>
        <p:nvPr/>
      </p:nvGrpSpPr>
      <p:grpSpPr>
        <a:xfrm>
          <a:off x="0" y="0"/>
          <a:ext cx="0" cy="0"/>
          <a:chOff x="0" y="0"/>
          <a:chExt cx="0" cy="0"/>
        </a:xfrm>
      </p:grpSpPr>
      <p:sp>
        <p:nvSpPr>
          <p:cNvPr id="90" name="Google Shape;90;p26"/>
          <p:cNvSpPr txBox="1">
            <a:spLocks noGrp="1"/>
          </p:cNvSpPr>
          <p:nvPr>
            <p:ph type="ctrTitle"/>
          </p:nvPr>
        </p:nvSpPr>
        <p:spPr>
          <a:xfrm>
            <a:off x="264952" y="1456058"/>
            <a:ext cx="7242600" cy="4014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91" name="Google Shape;91;p26"/>
          <p:cNvSpPr txBox="1">
            <a:spLocks noGrp="1"/>
          </p:cNvSpPr>
          <p:nvPr>
            <p:ph type="subTitle" idx="1"/>
          </p:nvPr>
        </p:nvSpPr>
        <p:spPr>
          <a:xfrm>
            <a:off x="264945" y="5542289"/>
            <a:ext cx="7242600" cy="1550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2"/>
        <p:cNvGrpSpPr/>
        <p:nvPr/>
      </p:nvGrpSpPr>
      <p:grpSpPr>
        <a:xfrm>
          <a:off x="0" y="0"/>
          <a:ext cx="0" cy="0"/>
          <a:chOff x="0" y="0"/>
          <a:chExt cx="0" cy="0"/>
        </a:xfrm>
      </p:grpSpPr>
      <p:sp>
        <p:nvSpPr>
          <p:cNvPr id="93" name="Google Shape;93;p27"/>
          <p:cNvSpPr txBox="1">
            <a:spLocks noGrp="1"/>
          </p:cNvSpPr>
          <p:nvPr>
            <p:ph type="title"/>
          </p:nvPr>
        </p:nvSpPr>
        <p:spPr>
          <a:xfrm>
            <a:off x="264945" y="4206107"/>
            <a:ext cx="7242600" cy="1646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4"/>
        <p:cNvGrpSpPr/>
        <p:nvPr/>
      </p:nvGrpSpPr>
      <p:grpSpPr>
        <a:xfrm>
          <a:off x="0" y="0"/>
          <a:ext cx="0" cy="0"/>
          <a:chOff x="0" y="0"/>
          <a:chExt cx="0" cy="0"/>
        </a:xfrm>
      </p:grpSpPr>
      <p:sp>
        <p:nvSpPr>
          <p:cNvPr id="95" name="Google Shape;95;p28"/>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4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6" name="Google Shape;96;p28"/>
          <p:cNvSpPr txBox="1">
            <a:spLocks noGrp="1"/>
          </p:cNvSpPr>
          <p:nvPr>
            <p:ph type="body" idx="1"/>
          </p:nvPr>
        </p:nvSpPr>
        <p:spPr>
          <a:xfrm>
            <a:off x="264945" y="2253729"/>
            <a:ext cx="7242600" cy="6239700"/>
          </a:xfrm>
          <a:prstGeom prst="rect">
            <a:avLst/>
          </a:prstGeom>
        </p:spPr>
        <p:txBody>
          <a:bodyPr spcFirstLastPara="1" wrap="square" lIns="91425" tIns="91425" rIns="91425" bIns="91425" anchor="t" anchorCtr="0">
            <a:noAutofit/>
          </a:bodyPr>
          <a:lstStyle>
            <a:lvl1pPr marL="457200" lvl="0" indent="-419100" rtl="0">
              <a:spcBef>
                <a:spcPts val="0"/>
              </a:spcBef>
              <a:spcAft>
                <a:spcPts val="0"/>
              </a:spcAft>
              <a:buSzPts val="3000"/>
              <a:buChar char="●"/>
              <a:defRPr sz="3000"/>
            </a:lvl1pPr>
            <a:lvl2pPr marL="914400" lvl="1" indent="-381000" rtl="0">
              <a:spcBef>
                <a:spcPts val="1600"/>
              </a:spcBef>
              <a:spcAft>
                <a:spcPts val="0"/>
              </a:spcAft>
              <a:buSzPts val="2400"/>
              <a:buChar char="○"/>
              <a:defRPr sz="2400"/>
            </a:lvl2pPr>
            <a:lvl3pPr marL="1371600" lvl="2" indent="-342900" rtl="0">
              <a:spcBef>
                <a:spcPts val="1600"/>
              </a:spcBef>
              <a:spcAft>
                <a:spcPts val="0"/>
              </a:spcAft>
              <a:buSzPts val="1800"/>
              <a:buChar char="■"/>
              <a:defRPr sz="1800"/>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7"/>
        <p:cNvGrpSpPr/>
        <p:nvPr/>
      </p:nvGrpSpPr>
      <p:grpSpPr>
        <a:xfrm>
          <a:off x="0" y="0"/>
          <a:ext cx="0" cy="0"/>
          <a:chOff x="0" y="0"/>
          <a:chExt cx="0" cy="0"/>
        </a:xfrm>
      </p:grpSpPr>
      <p:sp>
        <p:nvSpPr>
          <p:cNvPr id="98" name="Google Shape;98;p29"/>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4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9" name="Google Shape;99;p29"/>
          <p:cNvSpPr txBox="1">
            <a:spLocks noGrp="1"/>
          </p:cNvSpPr>
          <p:nvPr>
            <p:ph type="body" idx="1"/>
          </p:nvPr>
        </p:nvSpPr>
        <p:spPr>
          <a:xfrm>
            <a:off x="264945"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100" name="Google Shape;100;p29"/>
          <p:cNvSpPr txBox="1">
            <a:spLocks noGrp="1"/>
          </p:cNvSpPr>
          <p:nvPr>
            <p:ph type="body" idx="2"/>
          </p:nvPr>
        </p:nvSpPr>
        <p:spPr>
          <a:xfrm>
            <a:off x="4107540"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1"/>
        <p:cNvGrpSpPr/>
        <p:nvPr/>
      </p:nvGrpSpPr>
      <p:grpSpPr>
        <a:xfrm>
          <a:off x="0" y="0"/>
          <a:ext cx="0" cy="0"/>
          <a:chOff x="0" y="0"/>
          <a:chExt cx="0" cy="0"/>
        </a:xfrm>
      </p:grpSpPr>
      <p:sp>
        <p:nvSpPr>
          <p:cNvPr id="102" name="Google Shape;102;p30"/>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4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3"/>
        <p:cNvGrpSpPr/>
        <p:nvPr/>
      </p:nvGrpSpPr>
      <p:grpSpPr>
        <a:xfrm>
          <a:off x="0" y="0"/>
          <a:ext cx="0" cy="0"/>
          <a:chOff x="0" y="0"/>
          <a:chExt cx="0" cy="0"/>
        </a:xfrm>
      </p:grpSpPr>
      <p:sp>
        <p:nvSpPr>
          <p:cNvPr id="104" name="Google Shape;104;p31"/>
          <p:cNvSpPr txBox="1">
            <a:spLocks noGrp="1"/>
          </p:cNvSpPr>
          <p:nvPr>
            <p:ph type="title"/>
          </p:nvPr>
        </p:nvSpPr>
        <p:spPr>
          <a:xfrm>
            <a:off x="264945" y="1086507"/>
            <a:ext cx="2386800" cy="14778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5" name="Google Shape;105;p31"/>
          <p:cNvSpPr txBox="1">
            <a:spLocks noGrp="1"/>
          </p:cNvSpPr>
          <p:nvPr>
            <p:ph type="body" idx="1"/>
          </p:nvPr>
        </p:nvSpPr>
        <p:spPr>
          <a:xfrm>
            <a:off x="264945" y="2717440"/>
            <a:ext cx="2386800" cy="62175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2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06"/>
        <p:cNvGrpSpPr/>
        <p:nvPr/>
      </p:nvGrpSpPr>
      <p:grpSpPr>
        <a:xfrm>
          <a:off x="0" y="0"/>
          <a:ext cx="0" cy="0"/>
          <a:chOff x="0" y="0"/>
          <a:chExt cx="0" cy="0"/>
        </a:xfrm>
      </p:grpSpPr>
      <p:sp>
        <p:nvSpPr>
          <p:cNvPr id="107" name="Google Shape;107;p32"/>
          <p:cNvSpPr txBox="1">
            <a:spLocks noGrp="1"/>
          </p:cNvSpPr>
          <p:nvPr>
            <p:ph type="title"/>
          </p:nvPr>
        </p:nvSpPr>
        <p:spPr>
          <a:xfrm>
            <a:off x="416713" y="880293"/>
            <a:ext cx="5412600" cy="7999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08"/>
        <p:cNvGrpSpPr/>
        <p:nvPr/>
      </p:nvGrpSpPr>
      <p:grpSpPr>
        <a:xfrm>
          <a:off x="0" y="0"/>
          <a:ext cx="0" cy="0"/>
          <a:chOff x="0" y="0"/>
          <a:chExt cx="0" cy="0"/>
        </a:xfrm>
      </p:grpSpPr>
      <p:sp>
        <p:nvSpPr>
          <p:cNvPr id="109" name="Google Shape;109;p33"/>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33"/>
          <p:cNvSpPr txBox="1">
            <a:spLocks noGrp="1"/>
          </p:cNvSpPr>
          <p:nvPr>
            <p:ph type="title"/>
          </p:nvPr>
        </p:nvSpPr>
        <p:spPr>
          <a:xfrm>
            <a:off x="225675" y="2411542"/>
            <a:ext cx="3438300" cy="2898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11" name="Google Shape;111;p33"/>
          <p:cNvSpPr txBox="1">
            <a:spLocks noGrp="1"/>
          </p:cNvSpPr>
          <p:nvPr>
            <p:ph type="subTitle" idx="1"/>
          </p:nvPr>
        </p:nvSpPr>
        <p:spPr>
          <a:xfrm>
            <a:off x="225675" y="5481569"/>
            <a:ext cx="3438300" cy="2415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12" name="Google Shape;112;p33"/>
          <p:cNvSpPr txBox="1">
            <a:spLocks noGrp="1"/>
          </p:cNvSpPr>
          <p:nvPr>
            <p:ph type="body" idx="2"/>
          </p:nvPr>
        </p:nvSpPr>
        <p:spPr>
          <a:xfrm>
            <a:off x="4198575" y="1415969"/>
            <a:ext cx="3261300" cy="72261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3"/>
        <p:cNvGrpSpPr/>
        <p:nvPr/>
      </p:nvGrpSpPr>
      <p:grpSpPr>
        <a:xfrm>
          <a:off x="0" y="0"/>
          <a:ext cx="0" cy="0"/>
          <a:chOff x="0" y="0"/>
          <a:chExt cx="0" cy="0"/>
        </a:xfrm>
      </p:grpSpPr>
      <p:sp>
        <p:nvSpPr>
          <p:cNvPr id="114" name="Google Shape;114;p34"/>
          <p:cNvSpPr txBox="1">
            <a:spLocks noGrp="1"/>
          </p:cNvSpPr>
          <p:nvPr>
            <p:ph type="body" idx="1"/>
          </p:nvPr>
        </p:nvSpPr>
        <p:spPr>
          <a:xfrm>
            <a:off x="264945" y="8273124"/>
            <a:ext cx="5099100" cy="1183200"/>
          </a:xfrm>
          <a:prstGeom prst="rect">
            <a:avLst/>
          </a:prstGeom>
        </p:spPr>
        <p:txBody>
          <a:bodyPr spcFirstLastPara="1" wrap="square" lIns="91425" tIns="91425" rIns="91425" bIns="91425" anchor="ctr" anchorCtr="0">
            <a:noAutofit/>
          </a:bodyPr>
          <a:lstStyle>
            <a:lvl1pPr marL="457200" lvl="0" indent="-228600" rtl="0">
              <a:lnSpc>
                <a:spcPct val="100000"/>
              </a:lnSpc>
              <a:spcBef>
                <a:spcPts val="0"/>
              </a:spcBef>
              <a:spcAft>
                <a:spcPts val="0"/>
              </a:spcAft>
              <a:buSzPts val="1800"/>
              <a:buNone/>
              <a:defRPr/>
            </a:lvl1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15"/>
        <p:cNvGrpSpPr/>
        <p:nvPr/>
      </p:nvGrpSpPr>
      <p:grpSpPr>
        <a:xfrm>
          <a:off x="0" y="0"/>
          <a:ext cx="0" cy="0"/>
          <a:chOff x="0" y="0"/>
          <a:chExt cx="0" cy="0"/>
        </a:xfrm>
      </p:grpSpPr>
      <p:sp>
        <p:nvSpPr>
          <p:cNvPr id="116" name="Google Shape;116;p35"/>
          <p:cNvSpPr txBox="1">
            <a:spLocks noGrp="1"/>
          </p:cNvSpPr>
          <p:nvPr>
            <p:ph type="title" hasCustomPrompt="1"/>
          </p:nvPr>
        </p:nvSpPr>
        <p:spPr>
          <a:xfrm>
            <a:off x="264945" y="2163089"/>
            <a:ext cx="7242600" cy="3839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17" name="Google Shape;117;p35"/>
          <p:cNvSpPr txBox="1">
            <a:spLocks noGrp="1"/>
          </p:cNvSpPr>
          <p:nvPr>
            <p:ph type="body" idx="1"/>
          </p:nvPr>
        </p:nvSpPr>
        <p:spPr>
          <a:xfrm>
            <a:off x="264945" y="6164351"/>
            <a:ext cx="7242600" cy="25437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8"/>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mp; Subtitle" type="title">
  <p:cSld name="TITLE">
    <p:spTree>
      <p:nvGrpSpPr>
        <p:cNvPr id="1" name="Shape 123"/>
        <p:cNvGrpSpPr/>
        <p:nvPr/>
      </p:nvGrpSpPr>
      <p:grpSpPr>
        <a:xfrm>
          <a:off x="0" y="0"/>
          <a:ext cx="0" cy="0"/>
          <a:chOff x="0" y="0"/>
          <a:chExt cx="0" cy="0"/>
        </a:xfrm>
      </p:grpSpPr>
      <p:sp>
        <p:nvSpPr>
          <p:cNvPr id="124" name="Google Shape;124;p38"/>
          <p:cNvSpPr txBox="1">
            <a:spLocks noGrp="1"/>
          </p:cNvSpPr>
          <p:nvPr>
            <p:ph type="title"/>
          </p:nvPr>
        </p:nvSpPr>
        <p:spPr>
          <a:xfrm>
            <a:off x="1540817" y="1689497"/>
            <a:ext cx="4690800" cy="3405000"/>
          </a:xfrm>
          <a:prstGeom prst="rect">
            <a:avLst/>
          </a:prstGeom>
          <a:noFill/>
          <a:ln>
            <a:noFill/>
          </a:ln>
        </p:spPr>
        <p:txBody>
          <a:bodyPr spcFirstLastPara="1" wrap="square" lIns="34275" tIns="34275" rIns="34275" bIns="34275" anchor="b"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25" name="Google Shape;125;p38"/>
          <p:cNvSpPr txBox="1">
            <a:spLocks noGrp="1"/>
          </p:cNvSpPr>
          <p:nvPr>
            <p:ph type="body" idx="1"/>
          </p:nvPr>
        </p:nvSpPr>
        <p:spPr>
          <a:xfrm>
            <a:off x="1540817" y="5186362"/>
            <a:ext cx="4690800" cy="1165800"/>
          </a:xfrm>
          <a:prstGeom prst="rect">
            <a:avLst/>
          </a:prstGeom>
          <a:noFill/>
          <a:ln>
            <a:noFill/>
          </a:ln>
        </p:spPr>
        <p:txBody>
          <a:bodyPr spcFirstLastPara="1" wrap="square" lIns="34275" tIns="34275" rIns="34275" bIns="34275" anchor="t"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1pPr>
            <a:lvl2pPr marL="914400" marR="0" lvl="1"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2pPr>
            <a:lvl3pPr marL="1371600" marR="0" lvl="2"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3pPr>
            <a:lvl4pPr marL="1828800" marR="0" lvl="3"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4pPr>
            <a:lvl5pPr marL="2286000" marR="0" lvl="4"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26" name="Google Shape;126;p38"/>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Photo - Horizontal" type="tx">
  <p:cSld name="TITLE_AND_BODY">
    <p:spTree>
      <p:nvGrpSpPr>
        <p:cNvPr id="1" name="Shape 127"/>
        <p:cNvGrpSpPr/>
        <p:nvPr/>
      </p:nvGrpSpPr>
      <p:grpSpPr>
        <a:xfrm>
          <a:off x="0" y="0"/>
          <a:ext cx="0" cy="0"/>
          <a:chOff x="0" y="0"/>
          <a:chExt cx="0" cy="0"/>
        </a:xfrm>
      </p:grpSpPr>
      <p:sp>
        <p:nvSpPr>
          <p:cNvPr id="128" name="Google Shape;128;p39"/>
          <p:cNvSpPr>
            <a:spLocks noGrp="1"/>
          </p:cNvSpPr>
          <p:nvPr>
            <p:ph type="pic" idx="2"/>
          </p:nvPr>
        </p:nvSpPr>
        <p:spPr>
          <a:xfrm>
            <a:off x="1691673" y="654843"/>
            <a:ext cx="4383300" cy="61032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29" name="Google Shape;129;p39"/>
          <p:cNvSpPr txBox="1">
            <a:spLocks noGrp="1"/>
          </p:cNvSpPr>
          <p:nvPr>
            <p:ph type="title"/>
          </p:nvPr>
        </p:nvSpPr>
        <p:spPr>
          <a:xfrm>
            <a:off x="1540817" y="6928247"/>
            <a:ext cx="4690800" cy="1466700"/>
          </a:xfrm>
          <a:prstGeom prst="rect">
            <a:avLst/>
          </a:prstGeom>
          <a:noFill/>
          <a:ln>
            <a:noFill/>
          </a:ln>
        </p:spPr>
        <p:txBody>
          <a:bodyPr spcFirstLastPara="1" wrap="square" lIns="34275" tIns="34275" rIns="34275" bIns="34275" anchor="b"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30" name="Google Shape;130;p39"/>
          <p:cNvSpPr txBox="1">
            <a:spLocks noGrp="1"/>
          </p:cNvSpPr>
          <p:nvPr>
            <p:ph type="body" idx="1"/>
          </p:nvPr>
        </p:nvSpPr>
        <p:spPr>
          <a:xfrm>
            <a:off x="1540817" y="8447484"/>
            <a:ext cx="4690800" cy="1165800"/>
          </a:xfrm>
          <a:prstGeom prst="rect">
            <a:avLst/>
          </a:prstGeom>
          <a:noFill/>
          <a:ln>
            <a:noFill/>
          </a:ln>
        </p:spPr>
        <p:txBody>
          <a:bodyPr spcFirstLastPara="1" wrap="square" lIns="34275" tIns="34275" rIns="34275" bIns="34275" anchor="t"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1pPr>
            <a:lvl2pPr marL="914400" marR="0" lvl="1"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2pPr>
            <a:lvl3pPr marL="1371600" marR="0" lvl="2"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3pPr>
            <a:lvl4pPr marL="1828800" marR="0" lvl="3"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4pPr>
            <a:lvl5pPr marL="2286000" marR="0" lvl="4"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31" name="Google Shape;131;p39"/>
          <p:cNvSpPr txBox="1">
            <a:spLocks noGrp="1"/>
          </p:cNvSpPr>
          <p:nvPr>
            <p:ph type="sldNum" idx="12"/>
          </p:nvPr>
        </p:nvSpPr>
        <p:spPr>
          <a:xfrm>
            <a:off x="3804541" y="9534525"/>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 Center">
  <p:cSld name="Title - Center">
    <p:spTree>
      <p:nvGrpSpPr>
        <p:cNvPr id="1" name="Shape 132"/>
        <p:cNvGrpSpPr/>
        <p:nvPr/>
      </p:nvGrpSpPr>
      <p:grpSpPr>
        <a:xfrm>
          <a:off x="0" y="0"/>
          <a:ext cx="0" cy="0"/>
          <a:chOff x="0" y="0"/>
          <a:chExt cx="0" cy="0"/>
        </a:xfrm>
      </p:grpSpPr>
      <p:sp>
        <p:nvSpPr>
          <p:cNvPr id="133" name="Google Shape;133;p40"/>
          <p:cNvSpPr txBox="1">
            <a:spLocks noGrp="1"/>
          </p:cNvSpPr>
          <p:nvPr>
            <p:ph type="title"/>
          </p:nvPr>
        </p:nvSpPr>
        <p:spPr>
          <a:xfrm>
            <a:off x="1540817" y="3326606"/>
            <a:ext cx="4690800" cy="34050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34" name="Google Shape;134;p40"/>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Photo - Vertical">
  <p:cSld name="Photo - Vertical">
    <p:spTree>
      <p:nvGrpSpPr>
        <p:cNvPr id="1" name="Shape 135"/>
        <p:cNvGrpSpPr/>
        <p:nvPr/>
      </p:nvGrpSpPr>
      <p:grpSpPr>
        <a:xfrm>
          <a:off x="0" y="0"/>
          <a:ext cx="0" cy="0"/>
          <a:chOff x="0" y="0"/>
          <a:chExt cx="0" cy="0"/>
        </a:xfrm>
      </p:grpSpPr>
      <p:sp>
        <p:nvSpPr>
          <p:cNvPr id="136" name="Google Shape;136;p41"/>
          <p:cNvSpPr>
            <a:spLocks noGrp="1"/>
          </p:cNvSpPr>
          <p:nvPr>
            <p:ph type="pic" idx="2"/>
          </p:nvPr>
        </p:nvSpPr>
        <p:spPr>
          <a:xfrm>
            <a:off x="3982975" y="654843"/>
            <a:ext cx="2391000" cy="84867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37" name="Google Shape;137;p41"/>
          <p:cNvSpPr txBox="1">
            <a:spLocks noGrp="1"/>
          </p:cNvSpPr>
          <p:nvPr>
            <p:ph type="title"/>
          </p:nvPr>
        </p:nvSpPr>
        <p:spPr>
          <a:xfrm>
            <a:off x="1398501" y="654843"/>
            <a:ext cx="2391000" cy="4112400"/>
          </a:xfrm>
          <a:prstGeom prst="rect">
            <a:avLst/>
          </a:prstGeom>
          <a:noFill/>
          <a:ln>
            <a:noFill/>
          </a:ln>
        </p:spPr>
        <p:txBody>
          <a:bodyPr spcFirstLastPara="1" wrap="square" lIns="34275" tIns="34275" rIns="34275" bIns="34275" anchor="b" anchorCtr="0">
            <a:noAutofit/>
          </a:bodyPr>
          <a:lstStyle>
            <a:lvl1pPr marL="0" marR="0" lvl="0" indent="0" algn="ctr" rtl="0">
              <a:lnSpc>
                <a:spcPct val="100000"/>
              </a:lnSpc>
              <a:spcBef>
                <a:spcPts val="0"/>
              </a:spcBef>
              <a:spcAft>
                <a:spcPts val="0"/>
              </a:spcAft>
              <a:buClr>
                <a:srgbClr val="000000"/>
              </a:buClr>
              <a:buSzPts val="500"/>
              <a:buFont typeface="Helvetica Neue"/>
              <a:buNone/>
              <a:defRPr sz="3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38" name="Google Shape;138;p41"/>
          <p:cNvSpPr txBox="1">
            <a:spLocks noGrp="1"/>
          </p:cNvSpPr>
          <p:nvPr>
            <p:ph type="body" idx="1"/>
          </p:nvPr>
        </p:nvSpPr>
        <p:spPr>
          <a:xfrm>
            <a:off x="1398501" y="4911328"/>
            <a:ext cx="2391000" cy="4230600"/>
          </a:xfrm>
          <a:prstGeom prst="rect">
            <a:avLst/>
          </a:prstGeom>
          <a:noFill/>
          <a:ln>
            <a:noFill/>
          </a:ln>
        </p:spPr>
        <p:txBody>
          <a:bodyPr spcFirstLastPara="1" wrap="square" lIns="34275" tIns="34275" rIns="34275" bIns="34275" anchor="t"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1pPr>
            <a:lvl2pPr marL="914400" marR="0" lvl="1"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2pPr>
            <a:lvl3pPr marL="1371600" marR="0" lvl="2"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3pPr>
            <a:lvl4pPr marL="1828800" marR="0" lvl="3"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4pPr>
            <a:lvl5pPr marL="2286000" marR="0" lvl="4" indent="-228600" algn="ctr" rtl="0">
              <a:lnSpc>
                <a:spcPct val="100000"/>
              </a:lnSpc>
              <a:spcBef>
                <a:spcPts val="0"/>
              </a:spcBef>
              <a:spcAft>
                <a:spcPts val="0"/>
              </a:spcAft>
              <a:buClr>
                <a:srgbClr val="000000"/>
              </a:buClr>
              <a:buSzPts val="1400"/>
              <a:buFont typeface="Helvetica Neue"/>
              <a:buNone/>
              <a:defRPr sz="17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39" name="Google Shape;139;p41"/>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 Top">
  <p:cSld name="Title - Top">
    <p:spTree>
      <p:nvGrpSpPr>
        <p:cNvPr id="1" name="Shape 140"/>
        <p:cNvGrpSpPr/>
        <p:nvPr/>
      </p:nvGrpSpPr>
      <p:grpSpPr>
        <a:xfrm>
          <a:off x="0" y="0"/>
          <a:ext cx="0" cy="0"/>
          <a:chOff x="0" y="0"/>
          <a:chExt cx="0" cy="0"/>
        </a:xfrm>
      </p:grpSpPr>
      <p:sp>
        <p:nvSpPr>
          <p:cNvPr id="141" name="Google Shape;141;p42"/>
          <p:cNvSpPr txBox="1">
            <a:spLocks noGrp="1"/>
          </p:cNvSpPr>
          <p:nvPr>
            <p:ph type="title"/>
          </p:nvPr>
        </p:nvSpPr>
        <p:spPr>
          <a:xfrm>
            <a:off x="1398501" y="458391"/>
            <a:ext cx="4975200" cy="22263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42" name="Google Shape;142;p42"/>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mp; Bullets">
  <p:cSld name="Title &amp; Bullets">
    <p:spTree>
      <p:nvGrpSpPr>
        <p:cNvPr id="1" name="Shape 143"/>
        <p:cNvGrpSpPr/>
        <p:nvPr/>
      </p:nvGrpSpPr>
      <p:grpSpPr>
        <a:xfrm>
          <a:off x="0" y="0"/>
          <a:ext cx="0" cy="0"/>
          <a:chOff x="0" y="0"/>
          <a:chExt cx="0" cy="0"/>
        </a:xfrm>
      </p:grpSpPr>
      <p:sp>
        <p:nvSpPr>
          <p:cNvPr id="144" name="Google Shape;144;p43"/>
          <p:cNvSpPr txBox="1">
            <a:spLocks noGrp="1"/>
          </p:cNvSpPr>
          <p:nvPr>
            <p:ph type="title"/>
          </p:nvPr>
        </p:nvSpPr>
        <p:spPr>
          <a:xfrm>
            <a:off x="1398501" y="458391"/>
            <a:ext cx="4975200" cy="22263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45" name="Google Shape;145;p43"/>
          <p:cNvSpPr txBox="1">
            <a:spLocks noGrp="1"/>
          </p:cNvSpPr>
          <p:nvPr>
            <p:ph type="body" idx="1"/>
          </p:nvPr>
        </p:nvSpPr>
        <p:spPr>
          <a:xfrm>
            <a:off x="1398501" y="2684859"/>
            <a:ext cx="4975200" cy="6482700"/>
          </a:xfrm>
          <a:prstGeom prst="rect">
            <a:avLst/>
          </a:prstGeom>
          <a:noFill/>
          <a:ln>
            <a:noFill/>
          </a:ln>
        </p:spPr>
        <p:txBody>
          <a:bodyPr spcFirstLastPara="1" wrap="square" lIns="34275" tIns="34275" rIns="34275" bIns="34275" anchor="ctr" anchorCtr="0">
            <a:noAutofit/>
          </a:bodyPr>
          <a:lstStyle>
            <a:lvl1pPr marL="457200" marR="0" lvl="0"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46" name="Google Shape;146;p43"/>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Bullets &amp; Photo">
  <p:cSld name="Title, Bullets &amp; Photo">
    <p:spTree>
      <p:nvGrpSpPr>
        <p:cNvPr id="1" name="Shape 147"/>
        <p:cNvGrpSpPr/>
        <p:nvPr/>
      </p:nvGrpSpPr>
      <p:grpSpPr>
        <a:xfrm>
          <a:off x="0" y="0"/>
          <a:ext cx="0" cy="0"/>
          <a:chOff x="0" y="0"/>
          <a:chExt cx="0" cy="0"/>
        </a:xfrm>
      </p:grpSpPr>
      <p:sp>
        <p:nvSpPr>
          <p:cNvPr id="148" name="Google Shape;148;p44"/>
          <p:cNvSpPr>
            <a:spLocks noGrp="1"/>
          </p:cNvSpPr>
          <p:nvPr>
            <p:ph type="pic" idx="2"/>
          </p:nvPr>
        </p:nvSpPr>
        <p:spPr>
          <a:xfrm>
            <a:off x="3982975" y="2684859"/>
            <a:ext cx="2391000" cy="64827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49" name="Google Shape;149;p44"/>
          <p:cNvSpPr txBox="1">
            <a:spLocks noGrp="1"/>
          </p:cNvSpPr>
          <p:nvPr>
            <p:ph type="title"/>
          </p:nvPr>
        </p:nvSpPr>
        <p:spPr>
          <a:xfrm>
            <a:off x="1398501" y="458391"/>
            <a:ext cx="4975200" cy="22263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50" name="Google Shape;150;p44"/>
          <p:cNvSpPr txBox="1">
            <a:spLocks noGrp="1"/>
          </p:cNvSpPr>
          <p:nvPr>
            <p:ph type="body" idx="1"/>
          </p:nvPr>
        </p:nvSpPr>
        <p:spPr>
          <a:xfrm>
            <a:off x="1398501" y="2684859"/>
            <a:ext cx="2391000" cy="6482700"/>
          </a:xfrm>
          <a:prstGeom prst="rect">
            <a:avLst/>
          </a:prstGeom>
          <a:noFill/>
          <a:ln>
            <a:noFill/>
          </a:ln>
        </p:spPr>
        <p:txBody>
          <a:bodyPr spcFirstLastPara="1" wrap="square" lIns="34275" tIns="34275" rIns="34275" bIns="34275" anchor="ctr" anchorCtr="0">
            <a:noAutofit/>
          </a:bodyPr>
          <a:lstStyle>
            <a:lvl1pPr marL="457200" marR="0" lvl="0"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1pPr>
            <a:lvl2pPr marL="914400" marR="0" lvl="1"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2pPr>
            <a:lvl3pPr marL="1371600" marR="0" lvl="2"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3pPr>
            <a:lvl4pPr marL="1828800" marR="0" lvl="3"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4pPr>
            <a:lvl5pPr marL="2286000" marR="0" lvl="4" indent="-298450" algn="l" rtl="0">
              <a:lnSpc>
                <a:spcPct val="100000"/>
              </a:lnSpc>
              <a:spcBef>
                <a:spcPts val="1700"/>
              </a:spcBef>
              <a:spcAft>
                <a:spcPts val="0"/>
              </a:spcAft>
              <a:buClr>
                <a:srgbClr val="000000"/>
              </a:buClr>
              <a:buSzPts val="1100"/>
              <a:buFont typeface="Helvetica Neue"/>
              <a:buChar char="•"/>
              <a:defRPr sz="14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1" name="Google Shape;151;p44"/>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Bullets">
  <p:cSld name="Bullets">
    <p:spTree>
      <p:nvGrpSpPr>
        <p:cNvPr id="1" name="Shape 152"/>
        <p:cNvGrpSpPr/>
        <p:nvPr/>
      </p:nvGrpSpPr>
      <p:grpSpPr>
        <a:xfrm>
          <a:off x="0" y="0"/>
          <a:ext cx="0" cy="0"/>
          <a:chOff x="0" y="0"/>
          <a:chExt cx="0" cy="0"/>
        </a:xfrm>
      </p:grpSpPr>
      <p:sp>
        <p:nvSpPr>
          <p:cNvPr id="153" name="Google Shape;153;p45"/>
          <p:cNvSpPr txBox="1">
            <a:spLocks noGrp="1"/>
          </p:cNvSpPr>
          <p:nvPr>
            <p:ph type="body" idx="1"/>
          </p:nvPr>
        </p:nvSpPr>
        <p:spPr>
          <a:xfrm>
            <a:off x="1398501" y="1309687"/>
            <a:ext cx="4975200" cy="7438800"/>
          </a:xfrm>
          <a:prstGeom prst="rect">
            <a:avLst/>
          </a:prstGeom>
          <a:noFill/>
          <a:ln>
            <a:noFill/>
          </a:ln>
        </p:spPr>
        <p:txBody>
          <a:bodyPr spcFirstLastPara="1" wrap="square" lIns="34275" tIns="34275" rIns="34275" bIns="34275" anchor="ctr" anchorCtr="0">
            <a:noAutofit/>
          </a:bodyPr>
          <a:lstStyle>
            <a:lvl1pPr marL="457200" marR="0" lvl="0"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4" name="Google Shape;154;p45"/>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Photo - 3 Up">
  <p:cSld name="Photo - 3 Up">
    <p:spTree>
      <p:nvGrpSpPr>
        <p:cNvPr id="1" name="Shape 155"/>
        <p:cNvGrpSpPr/>
        <p:nvPr/>
      </p:nvGrpSpPr>
      <p:grpSpPr>
        <a:xfrm>
          <a:off x="0" y="0"/>
          <a:ext cx="0" cy="0"/>
          <a:chOff x="0" y="0"/>
          <a:chExt cx="0" cy="0"/>
        </a:xfrm>
      </p:grpSpPr>
      <p:sp>
        <p:nvSpPr>
          <p:cNvPr id="156" name="Google Shape;156;p46"/>
          <p:cNvSpPr>
            <a:spLocks noGrp="1"/>
          </p:cNvSpPr>
          <p:nvPr>
            <p:ph type="pic" idx="2"/>
          </p:nvPr>
        </p:nvSpPr>
        <p:spPr>
          <a:xfrm>
            <a:off x="3982975" y="5251847"/>
            <a:ext cx="2391000" cy="38895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7" name="Google Shape;157;p46"/>
          <p:cNvSpPr>
            <a:spLocks noGrp="1"/>
          </p:cNvSpPr>
          <p:nvPr>
            <p:ph type="pic" idx="3"/>
          </p:nvPr>
        </p:nvSpPr>
        <p:spPr>
          <a:xfrm>
            <a:off x="3985763" y="916781"/>
            <a:ext cx="2391000" cy="38895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8" name="Google Shape;158;p46"/>
          <p:cNvSpPr>
            <a:spLocks noGrp="1"/>
          </p:cNvSpPr>
          <p:nvPr>
            <p:ph type="pic" idx="4"/>
          </p:nvPr>
        </p:nvSpPr>
        <p:spPr>
          <a:xfrm>
            <a:off x="1398501" y="916781"/>
            <a:ext cx="2391000" cy="82251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59" name="Google Shape;159;p46"/>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60"/>
        <p:cNvGrpSpPr/>
        <p:nvPr/>
      </p:nvGrpSpPr>
      <p:grpSpPr>
        <a:xfrm>
          <a:off x="0" y="0"/>
          <a:ext cx="0" cy="0"/>
          <a:chOff x="0" y="0"/>
          <a:chExt cx="0" cy="0"/>
        </a:xfrm>
      </p:grpSpPr>
      <p:sp>
        <p:nvSpPr>
          <p:cNvPr id="161" name="Google Shape;161;p47"/>
          <p:cNvSpPr txBox="1">
            <a:spLocks noGrp="1"/>
          </p:cNvSpPr>
          <p:nvPr>
            <p:ph type="body" idx="1"/>
          </p:nvPr>
        </p:nvSpPr>
        <p:spPr>
          <a:xfrm>
            <a:off x="1540817" y="6561534"/>
            <a:ext cx="4690800" cy="484500"/>
          </a:xfrm>
          <a:prstGeom prst="rect">
            <a:avLst/>
          </a:prstGeom>
          <a:noFill/>
          <a:ln>
            <a:noFill/>
          </a:ln>
        </p:spPr>
        <p:txBody>
          <a:bodyPr spcFirstLastPara="1" wrap="square" lIns="34275" tIns="34275" rIns="34275" bIns="34275" anchor="t"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12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62" name="Google Shape;162;p47"/>
          <p:cNvSpPr txBox="1">
            <a:spLocks noGrp="1"/>
          </p:cNvSpPr>
          <p:nvPr>
            <p:ph type="body" idx="2"/>
          </p:nvPr>
        </p:nvSpPr>
        <p:spPr>
          <a:xfrm>
            <a:off x="1540817" y="4400259"/>
            <a:ext cx="4690800" cy="708000"/>
          </a:xfrm>
          <a:prstGeom prst="rect">
            <a:avLst/>
          </a:prstGeom>
          <a:noFill/>
          <a:ln>
            <a:noFill/>
          </a:ln>
        </p:spPr>
        <p:txBody>
          <a:bodyPr spcFirstLastPara="1" wrap="square" lIns="34275" tIns="34275" rIns="34275" bIns="34275" anchor="ctr" anchorCtr="0">
            <a:noAutofit/>
          </a:bodyPr>
          <a:lstStyle>
            <a:lvl1pPr marL="457200" marR="0" lvl="0" indent="-228600" algn="ctr" rtl="0">
              <a:lnSpc>
                <a:spcPct val="100000"/>
              </a:lnSpc>
              <a:spcBef>
                <a:spcPts val="0"/>
              </a:spcBef>
              <a:spcAft>
                <a:spcPts val="0"/>
              </a:spcAft>
              <a:buClr>
                <a:srgbClr val="000000"/>
              </a:buClr>
              <a:buSzPts val="1400"/>
              <a:buFont typeface="Helvetica Neue"/>
              <a:buNone/>
              <a:defRPr sz="20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63" name="Google Shape;163;p47"/>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Photo">
  <p:cSld name="Photo">
    <p:spTree>
      <p:nvGrpSpPr>
        <p:cNvPr id="1" name="Shape 164"/>
        <p:cNvGrpSpPr/>
        <p:nvPr/>
      </p:nvGrpSpPr>
      <p:grpSpPr>
        <a:xfrm>
          <a:off x="0" y="0"/>
          <a:ext cx="0" cy="0"/>
          <a:chOff x="0" y="0"/>
          <a:chExt cx="0" cy="0"/>
        </a:xfrm>
      </p:grpSpPr>
      <p:sp>
        <p:nvSpPr>
          <p:cNvPr id="165" name="Google Shape;165;p48"/>
          <p:cNvSpPr>
            <a:spLocks noGrp="1"/>
          </p:cNvSpPr>
          <p:nvPr>
            <p:ph type="pic" idx="2"/>
          </p:nvPr>
        </p:nvSpPr>
        <p:spPr>
          <a:xfrm>
            <a:off x="971550" y="0"/>
            <a:ext cx="5829300" cy="10058400"/>
          </a:xfrm>
          <a:prstGeom prst="rect">
            <a:avLst/>
          </a:prstGeom>
          <a:noFill/>
          <a:ln>
            <a:noFill/>
          </a:ln>
        </p:spPr>
        <p:txBody>
          <a:bodyPr spcFirstLastPara="1" wrap="square" lIns="34275" tIns="34275" rIns="34275" bIns="34275" anchor="t" anchorCtr="0">
            <a:noAutofit/>
          </a:bodyPr>
          <a:lstStyle>
            <a:lvl1pPr marL="228600" marR="0" lvl="0"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393700" marR="0" lvl="1"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558800" marR="0" lvl="2"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736600" marR="0" lvl="3" indent="-2413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901700" marR="0" lvl="4"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1066800" marR="0" lvl="5"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1231900" marR="0" lvl="6"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1397000" marR="0" lvl="7"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1562100" marR="0" lvl="8" indent="-2286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66" name="Google Shape;166;p48"/>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67"/>
        <p:cNvGrpSpPr/>
        <p:nvPr/>
      </p:nvGrpSpPr>
      <p:grpSpPr>
        <a:xfrm>
          <a:off x="0" y="0"/>
          <a:ext cx="0" cy="0"/>
          <a:chOff x="0" y="0"/>
          <a:chExt cx="0" cy="0"/>
        </a:xfrm>
      </p:grpSpPr>
      <p:sp>
        <p:nvSpPr>
          <p:cNvPr id="168" name="Google Shape;168;p49"/>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_AND_BODY_1">
  <p:cSld name="TITLE_AND_BODY_1">
    <p:spTree>
      <p:nvGrpSpPr>
        <p:cNvPr id="1" name="Shape 169"/>
        <p:cNvGrpSpPr/>
        <p:nvPr/>
      </p:nvGrpSpPr>
      <p:grpSpPr>
        <a:xfrm>
          <a:off x="0" y="0"/>
          <a:ext cx="0" cy="0"/>
          <a:chOff x="0" y="0"/>
          <a:chExt cx="0" cy="0"/>
        </a:xfrm>
      </p:grpSpPr>
      <p:sp>
        <p:nvSpPr>
          <p:cNvPr id="170" name="Google Shape;170;p50"/>
          <p:cNvSpPr txBox="1">
            <a:spLocks noGrp="1"/>
          </p:cNvSpPr>
          <p:nvPr>
            <p:ph type="title"/>
          </p:nvPr>
        </p:nvSpPr>
        <p:spPr>
          <a:xfrm>
            <a:off x="264945" y="870271"/>
            <a:ext cx="7242600" cy="1119900"/>
          </a:xfrm>
          <a:prstGeom prst="rect">
            <a:avLst/>
          </a:prstGeom>
        </p:spPr>
        <p:txBody>
          <a:bodyPr spcFirstLastPara="1" wrap="square" lIns="34275" tIns="34275" rIns="34275" bIns="34275" anchor="ctr" anchorCtr="0">
            <a:noAutofit/>
          </a:bodyPr>
          <a:lstStyle>
            <a:lvl1pPr lvl="0" rtl="0">
              <a:spcBef>
                <a:spcPts val="0"/>
              </a:spcBef>
              <a:spcAft>
                <a:spcPts val="0"/>
              </a:spcAft>
              <a:buSzPts val="500"/>
              <a:buNone/>
              <a:defRPr/>
            </a:lvl1pPr>
            <a:lvl2pPr lvl="1" rtl="0">
              <a:spcBef>
                <a:spcPts val="0"/>
              </a:spcBef>
              <a:spcAft>
                <a:spcPts val="0"/>
              </a:spcAft>
              <a:buSzPts val="500"/>
              <a:buNone/>
              <a:defRPr/>
            </a:lvl2pPr>
            <a:lvl3pPr lvl="2" rtl="0">
              <a:spcBef>
                <a:spcPts val="0"/>
              </a:spcBef>
              <a:spcAft>
                <a:spcPts val="0"/>
              </a:spcAft>
              <a:buSzPts val="500"/>
              <a:buNone/>
              <a:defRPr/>
            </a:lvl3pPr>
            <a:lvl4pPr lvl="3" rtl="0">
              <a:spcBef>
                <a:spcPts val="0"/>
              </a:spcBef>
              <a:spcAft>
                <a:spcPts val="0"/>
              </a:spcAft>
              <a:buSzPts val="500"/>
              <a:buNone/>
              <a:defRPr/>
            </a:lvl4pPr>
            <a:lvl5pPr lvl="4" rtl="0">
              <a:spcBef>
                <a:spcPts val="0"/>
              </a:spcBef>
              <a:spcAft>
                <a:spcPts val="0"/>
              </a:spcAft>
              <a:buSzPts val="500"/>
              <a:buNone/>
              <a:defRPr/>
            </a:lvl5pPr>
            <a:lvl6pPr lvl="5" rtl="0">
              <a:spcBef>
                <a:spcPts val="0"/>
              </a:spcBef>
              <a:spcAft>
                <a:spcPts val="0"/>
              </a:spcAft>
              <a:buSzPts val="500"/>
              <a:buNone/>
              <a:defRPr/>
            </a:lvl6pPr>
            <a:lvl7pPr lvl="6" rtl="0">
              <a:spcBef>
                <a:spcPts val="0"/>
              </a:spcBef>
              <a:spcAft>
                <a:spcPts val="0"/>
              </a:spcAft>
              <a:buSzPts val="500"/>
              <a:buNone/>
              <a:defRPr/>
            </a:lvl7pPr>
            <a:lvl8pPr lvl="7" rtl="0">
              <a:spcBef>
                <a:spcPts val="0"/>
              </a:spcBef>
              <a:spcAft>
                <a:spcPts val="0"/>
              </a:spcAft>
              <a:buSzPts val="500"/>
              <a:buNone/>
              <a:defRPr/>
            </a:lvl8pPr>
            <a:lvl9pPr lvl="8" rtl="0">
              <a:spcBef>
                <a:spcPts val="0"/>
              </a:spcBef>
              <a:spcAft>
                <a:spcPts val="0"/>
              </a:spcAft>
              <a:buSzPts val="500"/>
              <a:buNone/>
              <a:defRPr/>
            </a:lvl9pPr>
          </a:lstStyle>
          <a:p>
            <a:endParaRPr/>
          </a:p>
        </p:txBody>
      </p:sp>
      <p:sp>
        <p:nvSpPr>
          <p:cNvPr id="171" name="Google Shape;171;p50"/>
          <p:cNvSpPr txBox="1">
            <a:spLocks noGrp="1"/>
          </p:cNvSpPr>
          <p:nvPr>
            <p:ph type="body" idx="1"/>
          </p:nvPr>
        </p:nvSpPr>
        <p:spPr>
          <a:xfrm>
            <a:off x="264945" y="2253729"/>
            <a:ext cx="7242600" cy="6239700"/>
          </a:xfrm>
          <a:prstGeom prst="rect">
            <a:avLst/>
          </a:prstGeom>
        </p:spPr>
        <p:txBody>
          <a:bodyPr spcFirstLastPara="1" wrap="square" lIns="34275" tIns="34275" rIns="34275" bIns="34275" anchor="ctr" anchorCtr="0">
            <a:noAutofit/>
          </a:bodyPr>
          <a:lstStyle>
            <a:lvl1pPr marL="457200" lvl="0" indent="-317500" rtl="0">
              <a:spcBef>
                <a:spcPts val="2200"/>
              </a:spcBef>
              <a:spcAft>
                <a:spcPts val="0"/>
              </a:spcAft>
              <a:buSzPts val="1400"/>
              <a:buChar char="•"/>
              <a:defRPr/>
            </a:lvl1pPr>
            <a:lvl2pPr marL="914400" lvl="1" indent="-317500" rtl="0">
              <a:spcBef>
                <a:spcPts val="2200"/>
              </a:spcBef>
              <a:spcAft>
                <a:spcPts val="0"/>
              </a:spcAft>
              <a:buSzPts val="1400"/>
              <a:buChar char="•"/>
              <a:defRPr/>
            </a:lvl2pPr>
            <a:lvl3pPr marL="1371600" lvl="2" indent="-317500" rtl="0">
              <a:spcBef>
                <a:spcPts val="2200"/>
              </a:spcBef>
              <a:spcAft>
                <a:spcPts val="0"/>
              </a:spcAft>
              <a:buSzPts val="1400"/>
              <a:buChar char="•"/>
              <a:defRPr/>
            </a:lvl3pPr>
            <a:lvl4pPr marL="1828800" lvl="3" indent="-317500" rtl="0">
              <a:spcBef>
                <a:spcPts val="2200"/>
              </a:spcBef>
              <a:spcAft>
                <a:spcPts val="0"/>
              </a:spcAft>
              <a:buSzPts val="1400"/>
              <a:buChar char="•"/>
              <a:defRPr/>
            </a:lvl4pPr>
            <a:lvl5pPr marL="2286000" lvl="4" indent="-317500" rtl="0">
              <a:spcBef>
                <a:spcPts val="2200"/>
              </a:spcBef>
              <a:spcAft>
                <a:spcPts val="0"/>
              </a:spcAft>
              <a:buSzPts val="1400"/>
              <a:buChar char="•"/>
              <a:defRPr/>
            </a:lvl5pPr>
            <a:lvl6pPr marL="2743200" lvl="5" indent="-317500" rtl="0">
              <a:spcBef>
                <a:spcPts val="2200"/>
              </a:spcBef>
              <a:spcAft>
                <a:spcPts val="0"/>
              </a:spcAft>
              <a:buSzPts val="1400"/>
              <a:buChar char="•"/>
              <a:defRPr/>
            </a:lvl6pPr>
            <a:lvl7pPr marL="3200400" lvl="6" indent="-317500" rtl="0">
              <a:spcBef>
                <a:spcPts val="2200"/>
              </a:spcBef>
              <a:spcAft>
                <a:spcPts val="0"/>
              </a:spcAft>
              <a:buSzPts val="1400"/>
              <a:buChar char="•"/>
              <a:defRPr/>
            </a:lvl7pPr>
            <a:lvl8pPr marL="3657600" lvl="7" indent="-317500" rtl="0">
              <a:spcBef>
                <a:spcPts val="2200"/>
              </a:spcBef>
              <a:spcAft>
                <a:spcPts val="0"/>
              </a:spcAft>
              <a:buSzPts val="1400"/>
              <a:buChar char="•"/>
              <a:defRPr/>
            </a:lvl8pPr>
            <a:lvl9pPr marL="4114800" lvl="8" indent="-317500" rtl="0">
              <a:spcBef>
                <a:spcPts val="2200"/>
              </a:spcBef>
              <a:spcAft>
                <a:spcPts val="0"/>
              </a:spcAft>
              <a:buSzPts val="14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Open Sans"/>
              <a:buNone/>
              <a:defRPr sz="2800">
                <a:solidFill>
                  <a:schemeClr val="dk1"/>
                </a:solidFill>
                <a:latin typeface="Open Sans"/>
                <a:ea typeface="Open Sans"/>
                <a:cs typeface="Open Sans"/>
                <a:sym typeface="Open Sans"/>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52" name="Google Shape;52;p13"/>
          <p:cNvSpPr txBox="1">
            <a:spLocks noGrp="1"/>
          </p:cNvSpPr>
          <p:nvPr>
            <p:ph type="body" idx="1"/>
          </p:nvPr>
        </p:nvSpPr>
        <p:spPr>
          <a:xfrm>
            <a:off x="264945" y="2253729"/>
            <a:ext cx="7242600" cy="62397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rtl="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rtl="0">
              <a:lnSpc>
                <a:spcPct val="115000"/>
              </a:lnSpc>
              <a:spcBef>
                <a:spcPts val="1600"/>
              </a:spcBef>
              <a:spcAft>
                <a:spcPts val="160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53" name="Google Shape;53;p13"/>
          <p:cNvSpPr/>
          <p:nvPr/>
        </p:nvSpPr>
        <p:spPr>
          <a:xfrm>
            <a:off x="-11" y="964431"/>
            <a:ext cx="32400" cy="931500"/>
          </a:xfrm>
          <a:prstGeom prst="rect">
            <a:avLst/>
          </a:prstGeom>
          <a:solidFill>
            <a:srgbClr val="02B4E5"/>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pic>
        <p:nvPicPr>
          <p:cNvPr id="54" name="Google Shape;54;p13"/>
          <p:cNvPicPr preferRelativeResize="0"/>
          <p:nvPr/>
        </p:nvPicPr>
        <p:blipFill>
          <a:blip r:embed="rId13">
            <a:alphaModFix/>
          </a:blip>
          <a:stretch>
            <a:fillRect/>
          </a:stretch>
        </p:blipFill>
        <p:spPr>
          <a:xfrm>
            <a:off x="6744176" y="8934689"/>
            <a:ext cx="808095" cy="27314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85"/>
        <p:cNvGrpSpPr/>
        <p:nvPr/>
      </p:nvGrpSpPr>
      <p:grpSpPr>
        <a:xfrm>
          <a:off x="0" y="0"/>
          <a:ext cx="0" cy="0"/>
          <a:chOff x="0" y="0"/>
          <a:chExt cx="0" cy="0"/>
        </a:xfrm>
      </p:grpSpPr>
      <p:sp>
        <p:nvSpPr>
          <p:cNvPr id="86" name="Google Shape;86;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rgbClr val="2E3D49"/>
              </a:buClr>
              <a:buSzPts val="4000"/>
              <a:buFont typeface="Open Sans"/>
              <a:buNone/>
              <a:defRPr sz="4000">
                <a:solidFill>
                  <a:srgbClr val="2E3D49"/>
                </a:solidFill>
                <a:latin typeface="Open Sans"/>
                <a:ea typeface="Open Sans"/>
                <a:cs typeface="Open Sans"/>
                <a:sym typeface="Open Sans"/>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87" name="Google Shape;87;p25"/>
          <p:cNvSpPr txBox="1">
            <a:spLocks noGrp="1"/>
          </p:cNvSpPr>
          <p:nvPr>
            <p:ph type="body" idx="1"/>
          </p:nvPr>
        </p:nvSpPr>
        <p:spPr>
          <a:xfrm>
            <a:off x="264945" y="2253729"/>
            <a:ext cx="7242600" cy="62397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2"/>
              </a:buClr>
              <a:buSzPts val="1800"/>
              <a:buFont typeface="Open Sans Light"/>
              <a:buChar char="●"/>
              <a:defRPr sz="1800">
                <a:solidFill>
                  <a:schemeClr val="dk2"/>
                </a:solidFill>
                <a:latin typeface="Open Sans Light"/>
                <a:ea typeface="Open Sans Light"/>
                <a:cs typeface="Open Sans Light"/>
                <a:sym typeface="Open Sans Light"/>
              </a:defRPr>
            </a:lvl1pPr>
            <a:lvl2pPr marL="914400" lvl="1"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2pPr>
            <a:lvl3pPr marL="1371600" lvl="2"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3pPr>
            <a:lvl4pPr marL="1828800" lvl="3"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4pPr>
            <a:lvl5pPr marL="2286000" lvl="4"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5pPr>
            <a:lvl6pPr marL="2743200" lvl="5"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6pPr>
            <a:lvl7pPr marL="3200400" lvl="6"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7pPr>
            <a:lvl8pPr marL="3657600" lvl="7" indent="-317500" rtl="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8pPr>
            <a:lvl9pPr marL="4114800" lvl="8" indent="-317500" rtl="0">
              <a:lnSpc>
                <a:spcPct val="115000"/>
              </a:lnSpc>
              <a:spcBef>
                <a:spcPts val="1600"/>
              </a:spcBef>
              <a:spcAft>
                <a:spcPts val="160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9pPr>
          </a:lstStyle>
          <a:p>
            <a:endParaRPr/>
          </a:p>
        </p:txBody>
      </p:sp>
      <p:sp>
        <p:nvSpPr>
          <p:cNvPr id="88" name="Google Shape;88;p25"/>
          <p:cNvSpPr/>
          <p:nvPr/>
        </p:nvSpPr>
        <p:spPr>
          <a:xfrm>
            <a:off x="-11" y="964431"/>
            <a:ext cx="32400" cy="931500"/>
          </a:xfrm>
          <a:prstGeom prst="rect">
            <a:avLst/>
          </a:prstGeom>
          <a:solidFill>
            <a:srgbClr val="02B4E5"/>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Tree>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9"/>
        <p:cNvGrpSpPr/>
        <p:nvPr/>
      </p:nvGrpSpPr>
      <p:grpSpPr>
        <a:xfrm>
          <a:off x="0" y="0"/>
          <a:ext cx="0" cy="0"/>
          <a:chOff x="0" y="0"/>
          <a:chExt cx="0" cy="0"/>
        </a:xfrm>
      </p:grpSpPr>
      <p:sp>
        <p:nvSpPr>
          <p:cNvPr id="120" name="Google Shape;120;p37"/>
          <p:cNvSpPr txBox="1">
            <a:spLocks noGrp="1"/>
          </p:cNvSpPr>
          <p:nvPr>
            <p:ph type="title"/>
          </p:nvPr>
        </p:nvSpPr>
        <p:spPr>
          <a:xfrm>
            <a:off x="1398501" y="458391"/>
            <a:ext cx="4975200" cy="2226300"/>
          </a:xfrm>
          <a:prstGeom prst="rect">
            <a:avLst/>
          </a:prstGeom>
          <a:noFill/>
          <a:ln>
            <a:noFill/>
          </a:ln>
        </p:spPr>
        <p:txBody>
          <a:bodyPr spcFirstLastPara="1" wrap="square" lIns="34275" tIns="34275" rIns="34275" bIns="34275" anchor="ctr" anchorCtr="0">
            <a:noAutofit/>
          </a:bodyPr>
          <a:lstStyle>
            <a:lvl1pPr marL="0" marR="0" lvl="0" indent="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1pPr>
            <a:lvl2pPr marL="0" marR="0" lvl="1" indent="88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2pPr>
            <a:lvl3pPr marL="0" marR="0" lvl="2" indent="177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3pPr>
            <a:lvl4pPr marL="0" marR="0" lvl="3" indent="2540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4pPr>
            <a:lvl5pPr marL="0" marR="0" lvl="4" indent="342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5pPr>
            <a:lvl6pPr marL="0" marR="0" lvl="5" indent="431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6pPr>
            <a:lvl7pPr marL="0" marR="0" lvl="6" indent="5207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7pPr>
            <a:lvl8pPr marL="0" marR="0" lvl="7" indent="5969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8pPr>
            <a:lvl9pPr marL="0" marR="0" lvl="8" indent="685800" algn="ctr" rtl="0">
              <a:lnSpc>
                <a:spcPct val="100000"/>
              </a:lnSpc>
              <a:spcBef>
                <a:spcPts val="0"/>
              </a:spcBef>
              <a:spcAft>
                <a:spcPts val="0"/>
              </a:spcAft>
              <a:buClr>
                <a:srgbClr val="000000"/>
              </a:buClr>
              <a:buSzPts val="5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121" name="Google Shape;121;p37"/>
          <p:cNvSpPr txBox="1">
            <a:spLocks noGrp="1"/>
          </p:cNvSpPr>
          <p:nvPr>
            <p:ph type="body" idx="1"/>
          </p:nvPr>
        </p:nvSpPr>
        <p:spPr>
          <a:xfrm>
            <a:off x="1398501" y="2684859"/>
            <a:ext cx="4975200" cy="6482700"/>
          </a:xfrm>
          <a:prstGeom prst="rect">
            <a:avLst/>
          </a:prstGeom>
          <a:noFill/>
          <a:ln>
            <a:noFill/>
          </a:ln>
        </p:spPr>
        <p:txBody>
          <a:bodyPr spcFirstLastPara="1" wrap="square" lIns="34275" tIns="34275" rIns="34275" bIns="34275" anchor="ctr" anchorCtr="0">
            <a:noAutofit/>
          </a:bodyPr>
          <a:lstStyle>
            <a:lvl1pPr marL="457200" marR="0" lvl="0"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1pPr>
            <a:lvl2pPr marL="914400" marR="0" lvl="1"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2pPr>
            <a:lvl3pPr marL="1371600" marR="0" lvl="2"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3pPr>
            <a:lvl4pPr marL="1828800" marR="0" lvl="3"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4pPr>
            <a:lvl5pPr marL="2286000" marR="0" lvl="4"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5pPr>
            <a:lvl6pPr marL="2743200" marR="0" lvl="5"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6pPr>
            <a:lvl7pPr marL="3200400" marR="0" lvl="6"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7pPr>
            <a:lvl8pPr marL="3657600" marR="0" lvl="7"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8pPr>
            <a:lvl9pPr marL="4114800" marR="0" lvl="8" indent="-317500" algn="l" rtl="0">
              <a:lnSpc>
                <a:spcPct val="100000"/>
              </a:lnSpc>
              <a:spcBef>
                <a:spcPts val="2200"/>
              </a:spcBef>
              <a:spcAft>
                <a:spcPts val="0"/>
              </a:spcAft>
              <a:buClr>
                <a:srgbClr val="000000"/>
              </a:buClr>
              <a:buSzPts val="1400"/>
              <a:buFont typeface="Helvetica Neue"/>
              <a:buChar char="•"/>
              <a:defRPr sz="1900" b="0" i="0" u="none" strike="noStrike" cap="none">
                <a:solidFill>
                  <a:srgbClr val="000000"/>
                </a:solidFill>
                <a:latin typeface="Helvetica Neue"/>
                <a:ea typeface="Helvetica Neue"/>
                <a:cs typeface="Helvetica Neue"/>
                <a:sym typeface="Helvetica Neue"/>
              </a:defRPr>
            </a:lvl9pPr>
          </a:lstStyle>
          <a:p>
            <a:endParaRPr/>
          </a:p>
        </p:txBody>
      </p:sp>
      <p:sp>
        <p:nvSpPr>
          <p:cNvPr id="122" name="Google Shape;122;p37"/>
          <p:cNvSpPr txBox="1">
            <a:spLocks noGrp="1"/>
          </p:cNvSpPr>
          <p:nvPr>
            <p:ph type="sldNum" idx="12"/>
          </p:nvPr>
        </p:nvSpPr>
        <p:spPr>
          <a:xfrm>
            <a:off x="3804541" y="9541073"/>
            <a:ext cx="157500" cy="375000"/>
          </a:xfrm>
          <a:prstGeom prst="rect">
            <a:avLst/>
          </a:prstGeom>
          <a:noFill/>
          <a:ln>
            <a:noFill/>
          </a:ln>
        </p:spPr>
        <p:txBody>
          <a:bodyPr spcFirstLastPara="1" wrap="square" lIns="26775" tIns="26775" rIns="26775" bIns="26775" anchor="t" anchorCtr="0">
            <a:noAutofit/>
          </a:bodyPr>
          <a:lstStyle>
            <a:lvl1pPr marL="0" marR="0" lvl="0"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Font typeface="Helvetica Neue"/>
              <a:buNone/>
              <a:defRPr sz="900" b="0" i="0" u="none" strike="noStrike" cap="none">
                <a:solidFill>
                  <a:srgbClr val="000000"/>
                </a:solidFill>
                <a:latin typeface="Helvetica Neue"/>
                <a:ea typeface="Helvetica Neue"/>
                <a:cs typeface="Helvetica Neue"/>
                <a:sym typeface="Helvetica Neue"/>
              </a:defRPr>
            </a:lvl9pPr>
          </a:lstStyle>
          <a:p>
            <a:pPr marL="0" lvl="0" indent="0" algn="ctr" rtl="0">
              <a:spcBef>
                <a:spcPts val="0"/>
              </a:spcBef>
              <a:spcAft>
                <a:spcPts val="0"/>
              </a:spcAft>
              <a:buNone/>
            </a:pPr>
            <a:fld id="{00000000-1234-1234-1234-123412341234}" type="slidenum">
              <a:rPr lang="en"/>
              <a:t>‹#›</a:t>
            </a:fld>
            <a:endParaRPr sz="500">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5.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175"/>
        <p:cNvGrpSpPr/>
        <p:nvPr/>
      </p:nvGrpSpPr>
      <p:grpSpPr>
        <a:xfrm>
          <a:off x="0" y="0"/>
          <a:ext cx="0" cy="0"/>
          <a:chOff x="0" y="0"/>
          <a:chExt cx="0" cy="0"/>
        </a:xfrm>
      </p:grpSpPr>
      <p:sp>
        <p:nvSpPr>
          <p:cNvPr id="176" name="Google Shape;176;p51"/>
          <p:cNvSpPr/>
          <p:nvPr/>
        </p:nvSpPr>
        <p:spPr>
          <a:xfrm rot="-5400000">
            <a:off x="4270075" y="6556200"/>
            <a:ext cx="3502200" cy="3502200"/>
          </a:xfrm>
          <a:prstGeom prst="rtTriangle">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7" name="Google Shape;177;p51"/>
          <p:cNvPicPr preferRelativeResize="0"/>
          <p:nvPr/>
        </p:nvPicPr>
        <p:blipFill>
          <a:blip r:embed="rId3">
            <a:alphaModFix/>
          </a:blip>
          <a:stretch>
            <a:fillRect/>
          </a:stretch>
        </p:blipFill>
        <p:spPr>
          <a:xfrm>
            <a:off x="6296025" y="8600600"/>
            <a:ext cx="1052250" cy="1052250"/>
          </a:xfrm>
          <a:prstGeom prst="rect">
            <a:avLst/>
          </a:prstGeom>
          <a:noFill/>
          <a:ln>
            <a:noFill/>
          </a:ln>
        </p:spPr>
      </p:pic>
      <p:sp>
        <p:nvSpPr>
          <p:cNvPr id="178" name="Google Shape;178;p51"/>
          <p:cNvSpPr txBox="1">
            <a:spLocks noGrp="1"/>
          </p:cNvSpPr>
          <p:nvPr>
            <p:ph type="title" idx="4294967295"/>
          </p:nvPr>
        </p:nvSpPr>
        <p:spPr>
          <a:xfrm>
            <a:off x="264895" y="966296"/>
            <a:ext cx="7242600" cy="11199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4000">
                <a:solidFill>
                  <a:srgbClr val="FFFFFF"/>
                </a:solidFill>
              </a:rPr>
              <a:t>Data Governance @ SneakerPark</a:t>
            </a:r>
            <a:endParaRPr sz="4000">
              <a:solidFill>
                <a:srgbClr val="FFFFFF"/>
              </a:solidFill>
            </a:endParaRPr>
          </a:p>
          <a:p>
            <a:pPr marL="0" lvl="0" indent="0" algn="l" rtl="0">
              <a:spcBef>
                <a:spcPts val="0"/>
              </a:spcBef>
              <a:spcAft>
                <a:spcPts val="0"/>
              </a:spcAft>
              <a:buNone/>
            </a:pPr>
            <a:endParaRPr/>
          </a:p>
        </p:txBody>
      </p:sp>
      <p:pic>
        <p:nvPicPr>
          <p:cNvPr id="179" name="Google Shape;179;p51"/>
          <p:cNvPicPr preferRelativeResize="0"/>
          <p:nvPr/>
        </p:nvPicPr>
        <p:blipFill rotWithShape="1">
          <a:blip r:embed="rId4">
            <a:alphaModFix/>
          </a:blip>
          <a:srcRect t="-1820" b="1820"/>
          <a:stretch/>
        </p:blipFill>
        <p:spPr>
          <a:xfrm>
            <a:off x="1617725" y="3728150"/>
            <a:ext cx="4506849" cy="2591575"/>
          </a:xfrm>
          <a:prstGeom prst="rect">
            <a:avLst/>
          </a:prstGeom>
          <a:noFill/>
          <a:ln>
            <a:noFill/>
          </a:ln>
        </p:spPr>
      </p:pic>
      <p:sp>
        <p:nvSpPr>
          <p:cNvPr id="180" name="Google Shape;180;p51"/>
          <p:cNvSpPr txBox="1"/>
          <p:nvPr/>
        </p:nvSpPr>
        <p:spPr>
          <a:xfrm>
            <a:off x="264900" y="9001125"/>
            <a:ext cx="4324200" cy="781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i="1">
                <a:solidFill>
                  <a:srgbClr val="EEEEEE"/>
                </a:solidFill>
                <a:latin typeface="Open Sans"/>
                <a:ea typeface="Open Sans"/>
                <a:cs typeface="Open Sans"/>
                <a:sym typeface="Open Sans"/>
              </a:rPr>
              <a:t>Prepared by:</a:t>
            </a:r>
            <a:endParaRPr i="1">
              <a:solidFill>
                <a:srgbClr val="EEEEEE"/>
              </a:solidFill>
              <a:latin typeface="Open Sans"/>
              <a:ea typeface="Open Sans"/>
              <a:cs typeface="Open Sans"/>
              <a:sym typeface="Open Sans"/>
            </a:endParaRPr>
          </a:p>
          <a:p>
            <a:pPr marL="0" lvl="0" indent="0" algn="l" rtl="0">
              <a:spcBef>
                <a:spcPts val="0"/>
              </a:spcBef>
              <a:spcAft>
                <a:spcPts val="0"/>
              </a:spcAft>
              <a:buNone/>
            </a:pPr>
            <a:endParaRPr i="1">
              <a:solidFill>
                <a:srgbClr val="EEEEEE"/>
              </a:solidFill>
              <a:latin typeface="Open Sans"/>
              <a:ea typeface="Open Sans"/>
              <a:cs typeface="Open Sans"/>
              <a:sym typeface="Open Sans"/>
            </a:endParaRPr>
          </a:p>
          <a:p>
            <a:pPr marL="0" lvl="0" indent="0" algn="l" rtl="0">
              <a:spcBef>
                <a:spcPts val="0"/>
              </a:spcBef>
              <a:spcAft>
                <a:spcPts val="0"/>
              </a:spcAft>
              <a:buNone/>
            </a:pPr>
            <a:r>
              <a:rPr lang="en" i="1">
                <a:solidFill>
                  <a:srgbClr val="EEEEEE"/>
                </a:solidFill>
                <a:latin typeface="Open Sans"/>
                <a:ea typeface="Open Sans"/>
                <a:cs typeface="Open Sans"/>
                <a:sym typeface="Open Sans"/>
              </a:rPr>
              <a:t>Submitted on:</a:t>
            </a:r>
            <a:endParaRPr i="1">
              <a:solidFill>
                <a:srgbClr val="EEEEEE"/>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54"/>
          <p:cNvSpPr txBox="1">
            <a:spLocks noGrp="1"/>
          </p:cNvSpPr>
          <p:nvPr>
            <p:ph type="title"/>
          </p:nvPr>
        </p:nvSpPr>
        <p:spPr>
          <a:xfrm>
            <a:off x="264895" y="1844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Background</a:t>
            </a:r>
            <a:endParaRPr/>
          </a:p>
        </p:txBody>
      </p:sp>
      <p:sp>
        <p:nvSpPr>
          <p:cNvPr id="204" name="Google Shape;204;p54"/>
          <p:cNvSpPr txBox="1">
            <a:spLocks noGrp="1"/>
          </p:cNvSpPr>
          <p:nvPr>
            <p:ph type="body" idx="1"/>
          </p:nvPr>
        </p:nvSpPr>
        <p:spPr>
          <a:xfrm>
            <a:off x="264900" y="1420950"/>
            <a:ext cx="6932700" cy="8332800"/>
          </a:xfrm>
          <a:prstGeom prst="rect">
            <a:avLst/>
          </a:prstGeom>
        </p:spPr>
        <p:txBody>
          <a:bodyPr spcFirstLastPara="1" wrap="square" lIns="91425" tIns="91425" rIns="91425" bIns="91425" anchor="t" anchorCtr="0">
            <a:noAutofit/>
          </a:bodyPr>
          <a:lstStyle/>
          <a:p>
            <a:pPr marL="457200" lvl="0" indent="-336550" algn="just" rtl="0">
              <a:lnSpc>
                <a:spcPct val="150000"/>
              </a:lnSpc>
              <a:spcBef>
                <a:spcPts val="0"/>
              </a:spcBef>
              <a:spcAft>
                <a:spcPts val="0"/>
              </a:spcAft>
              <a:buClr>
                <a:srgbClr val="525C65"/>
              </a:buClr>
              <a:buSzPts val="1700"/>
              <a:buFont typeface="Open Sans"/>
              <a:buChar char="●"/>
            </a:pPr>
            <a:r>
              <a:rPr lang="en" sz="1700" b="1">
                <a:solidFill>
                  <a:srgbClr val="525C65"/>
                </a:solidFill>
                <a:highlight>
                  <a:srgbClr val="FFFFFF"/>
                </a:highlight>
                <a:latin typeface="Open Sans"/>
                <a:ea typeface="Open Sans"/>
                <a:cs typeface="Open Sans"/>
                <a:sym typeface="Open Sans"/>
              </a:rPr>
              <a:t>SneakerPark</a:t>
            </a:r>
            <a:r>
              <a:rPr lang="en" sz="1700">
                <a:solidFill>
                  <a:srgbClr val="525C65"/>
                </a:solidFill>
                <a:highlight>
                  <a:srgbClr val="FFFFFF"/>
                </a:highlight>
                <a:latin typeface="Open Sans"/>
                <a:ea typeface="Open Sans"/>
                <a:cs typeface="Open Sans"/>
                <a:sym typeface="Open Sans"/>
              </a:rPr>
              <a:t> is an online shoe reseller that allows people to buy and sell used and new shoes. Buyers can bid for shoes or buy them outright, and sellers can set a price or sell to the highest bidder.</a:t>
            </a:r>
            <a:endParaRPr sz="1700">
              <a:solidFill>
                <a:srgbClr val="525C65"/>
              </a:solidFill>
              <a:highlight>
                <a:srgbClr val="FFFFFF"/>
              </a:highlight>
              <a:latin typeface="Open Sans"/>
              <a:ea typeface="Open Sans"/>
              <a:cs typeface="Open Sans"/>
              <a:sym typeface="Open Sans"/>
            </a:endParaRPr>
          </a:p>
          <a:p>
            <a:pPr marL="457200" lvl="0" indent="-336550" algn="just" rtl="0">
              <a:lnSpc>
                <a:spcPct val="150000"/>
              </a:lnSpc>
              <a:spcBef>
                <a:spcPts val="0"/>
              </a:spcBef>
              <a:spcAft>
                <a:spcPts val="0"/>
              </a:spcAft>
              <a:buClr>
                <a:srgbClr val="525C65"/>
              </a:buClr>
              <a:buSzPts val="1700"/>
              <a:buFont typeface="Open Sans"/>
              <a:buChar char="●"/>
            </a:pPr>
            <a:r>
              <a:rPr lang="en" sz="1700">
                <a:solidFill>
                  <a:srgbClr val="525C65"/>
                </a:solidFill>
                <a:highlight>
                  <a:srgbClr val="FFFFFF"/>
                </a:highlight>
                <a:latin typeface="Open Sans"/>
                <a:ea typeface="Open Sans"/>
                <a:cs typeface="Open Sans"/>
                <a:sym typeface="Open Sans"/>
              </a:rPr>
              <a:t>Each buyer and seller must have an active account in order to sell, bid, or purchase sneakers using SneakerPark’s website.</a:t>
            </a:r>
            <a:endParaRPr sz="1700">
              <a:solidFill>
                <a:srgbClr val="525C65"/>
              </a:solidFill>
              <a:highlight>
                <a:srgbClr val="FFFFFF"/>
              </a:highlight>
              <a:latin typeface="Open Sans"/>
              <a:ea typeface="Open Sans"/>
              <a:cs typeface="Open Sans"/>
              <a:sym typeface="Open Sans"/>
            </a:endParaRPr>
          </a:p>
          <a:p>
            <a:pPr marL="457200" lvl="0" indent="-336550" algn="just" rtl="0">
              <a:lnSpc>
                <a:spcPct val="150000"/>
              </a:lnSpc>
              <a:spcBef>
                <a:spcPts val="0"/>
              </a:spcBef>
              <a:spcAft>
                <a:spcPts val="0"/>
              </a:spcAft>
              <a:buClr>
                <a:srgbClr val="525C65"/>
              </a:buClr>
              <a:buSzPts val="1700"/>
              <a:buFont typeface="Open Sans"/>
              <a:buChar char="●"/>
            </a:pPr>
            <a:r>
              <a:rPr lang="en" sz="1700">
                <a:solidFill>
                  <a:srgbClr val="525C65"/>
                </a:solidFill>
                <a:highlight>
                  <a:srgbClr val="FFFFFF"/>
                </a:highlight>
                <a:latin typeface="Open Sans"/>
                <a:ea typeface="Open Sans"/>
                <a:cs typeface="Open Sans"/>
                <a:sym typeface="Open Sans"/>
              </a:rPr>
              <a:t>SneakerPark authenticates the shoes before shipping them to the buyer, so before listing an item, the seller must ship it to SneakerPark’s warehouse. Upon receipt, SneakerPark assigns an item number to each pair of sneakers and notifies the seller that they are now free to list their item. If the item is not listed within 45 days, SneakerPark returns it to the seller and sends an invoice to the seller for the shipping cost.</a:t>
            </a:r>
            <a:endParaRPr sz="1700">
              <a:solidFill>
                <a:srgbClr val="525C65"/>
              </a:solidFill>
              <a:highlight>
                <a:srgbClr val="FFFFFF"/>
              </a:highlight>
              <a:latin typeface="Open Sans"/>
              <a:ea typeface="Open Sans"/>
              <a:cs typeface="Open Sans"/>
              <a:sym typeface="Open Sans"/>
            </a:endParaRPr>
          </a:p>
          <a:p>
            <a:pPr marL="457200" lvl="0" indent="-336550" algn="just" rtl="0">
              <a:lnSpc>
                <a:spcPct val="150000"/>
              </a:lnSpc>
              <a:spcBef>
                <a:spcPts val="0"/>
              </a:spcBef>
              <a:spcAft>
                <a:spcPts val="0"/>
              </a:spcAft>
              <a:buClr>
                <a:srgbClr val="525C65"/>
              </a:buClr>
              <a:buSzPts val="1700"/>
              <a:buFont typeface="Open Sans"/>
              <a:buChar char="●"/>
            </a:pPr>
            <a:r>
              <a:rPr lang="en" sz="1700">
                <a:solidFill>
                  <a:srgbClr val="525C65"/>
                </a:solidFill>
                <a:highlight>
                  <a:srgbClr val="FFFFFF"/>
                </a:highlight>
                <a:latin typeface="Open Sans"/>
                <a:ea typeface="Open Sans"/>
                <a:cs typeface="Open Sans"/>
                <a:sym typeface="Open Sans"/>
              </a:rPr>
              <a:t>If the item is found to be inauthentic or in an unacceptable condition, it is also returned back to the seller in a similar fashion.</a:t>
            </a:r>
            <a:endParaRPr sz="1700">
              <a:solidFill>
                <a:srgbClr val="525C65"/>
              </a:solidFill>
              <a:highlight>
                <a:srgbClr val="FFFFFF"/>
              </a:highlight>
              <a:latin typeface="Open Sans"/>
              <a:ea typeface="Open Sans"/>
              <a:cs typeface="Open Sans"/>
              <a:sym typeface="Open Sans"/>
            </a:endParaRPr>
          </a:p>
          <a:p>
            <a:pPr marL="457200" lvl="0" indent="-336550" algn="just" rtl="0">
              <a:lnSpc>
                <a:spcPct val="150000"/>
              </a:lnSpc>
              <a:spcBef>
                <a:spcPts val="0"/>
              </a:spcBef>
              <a:spcAft>
                <a:spcPts val="0"/>
              </a:spcAft>
              <a:buClr>
                <a:srgbClr val="525C65"/>
              </a:buClr>
              <a:buSzPts val="1700"/>
              <a:buFont typeface="Open Sans"/>
              <a:buChar char="●"/>
            </a:pPr>
            <a:r>
              <a:rPr lang="en" sz="1700">
                <a:solidFill>
                  <a:srgbClr val="525C65"/>
                </a:solidFill>
                <a:highlight>
                  <a:srgbClr val="FFFFFF"/>
                </a:highlight>
                <a:latin typeface="Open Sans"/>
                <a:ea typeface="Open Sans"/>
                <a:cs typeface="Open Sans"/>
                <a:sym typeface="Open Sans"/>
              </a:rPr>
              <a:t>When the item sells, the buyer’s account is credited with the purchase price minus the SneakerPark service fee and shipping fees to deliver the item to the buyer.</a:t>
            </a:r>
            <a:endParaRPr sz="1700">
              <a:solidFill>
                <a:srgbClr val="525C65"/>
              </a:solidFill>
              <a:highlight>
                <a:srgbClr val="FFFFFF"/>
              </a:highlight>
              <a:latin typeface="Open Sans"/>
              <a:ea typeface="Open Sans"/>
              <a:cs typeface="Open Sans"/>
              <a:sym typeface="Open Sans"/>
            </a:endParaRPr>
          </a:p>
          <a:p>
            <a:pPr marL="457200" lvl="0" indent="-336550" algn="just" rtl="0">
              <a:lnSpc>
                <a:spcPct val="150000"/>
              </a:lnSpc>
              <a:spcBef>
                <a:spcPts val="0"/>
              </a:spcBef>
              <a:spcAft>
                <a:spcPts val="0"/>
              </a:spcAft>
              <a:buClr>
                <a:srgbClr val="525C65"/>
              </a:buClr>
              <a:buSzPts val="1700"/>
              <a:buFont typeface="Open Sans"/>
              <a:buChar char="●"/>
            </a:pPr>
            <a:r>
              <a:rPr lang="en" sz="1700">
                <a:solidFill>
                  <a:srgbClr val="525C65"/>
                </a:solidFill>
                <a:highlight>
                  <a:srgbClr val="FFFFFF"/>
                </a:highlight>
                <a:latin typeface="Open Sans"/>
                <a:ea typeface="Open Sans"/>
                <a:cs typeface="Open Sans"/>
                <a:sym typeface="Open Sans"/>
              </a:rPr>
              <a:t>Currently, SneakerPark only supports sales within the United States.</a:t>
            </a:r>
            <a:endParaRPr sz="1700">
              <a:solidFill>
                <a:srgbClr val="525C65"/>
              </a:solidFill>
              <a:highlight>
                <a:srgbClr val="FFFFFF"/>
              </a:highlight>
              <a:latin typeface="Open Sans"/>
              <a:ea typeface="Open Sans"/>
              <a:cs typeface="Open Sans"/>
              <a:sym typeface="Open Sans"/>
            </a:endParaRPr>
          </a:p>
          <a:p>
            <a:pPr marL="0" marR="241300" lvl="0" indent="0" algn="just" rtl="0">
              <a:lnSpc>
                <a:spcPct val="150000"/>
              </a:lnSpc>
              <a:spcBef>
                <a:spcPts val="1100"/>
              </a:spcBef>
              <a:spcAft>
                <a:spcPts val="400"/>
              </a:spcAft>
              <a:buClr>
                <a:schemeClr val="dk1"/>
              </a:buClr>
              <a:buSzPts val="1100"/>
              <a:buFont typeface="Arial"/>
              <a:buNone/>
            </a:pPr>
            <a:endParaRPr sz="1700" b="1">
              <a:solidFill>
                <a:srgbClr val="2E3D49"/>
              </a:solidFill>
              <a:highlight>
                <a:srgbClr val="FFFFFF"/>
              </a:highlight>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55"/>
          <p:cNvSpPr txBox="1">
            <a:spLocks noGrp="1"/>
          </p:cNvSpPr>
          <p:nvPr>
            <p:ph type="title"/>
          </p:nvPr>
        </p:nvSpPr>
        <p:spPr>
          <a:xfrm>
            <a:off x="264895" y="403546"/>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Background (cont’d)</a:t>
            </a:r>
            <a:endParaRPr/>
          </a:p>
        </p:txBody>
      </p:sp>
      <p:sp>
        <p:nvSpPr>
          <p:cNvPr id="210" name="Google Shape;210;p55"/>
          <p:cNvSpPr txBox="1"/>
          <p:nvPr/>
        </p:nvSpPr>
        <p:spPr>
          <a:xfrm>
            <a:off x="228600" y="1562100"/>
            <a:ext cx="6876900" cy="2426400"/>
          </a:xfrm>
          <a:prstGeom prst="rect">
            <a:avLst/>
          </a:prstGeom>
          <a:noFill/>
          <a:ln>
            <a:noFill/>
          </a:ln>
        </p:spPr>
        <p:txBody>
          <a:bodyPr spcFirstLastPara="1" wrap="square" lIns="91425" tIns="91425" rIns="91425" bIns="91425" anchor="t" anchorCtr="0">
            <a:noAutofit/>
          </a:bodyPr>
          <a:lstStyle/>
          <a:p>
            <a:pPr marL="457200" lvl="0" indent="-342900" algn="just" rtl="0">
              <a:lnSpc>
                <a:spcPct val="170000"/>
              </a:lnSpc>
              <a:spcBef>
                <a:spcPts val="0"/>
              </a:spcBef>
              <a:spcAft>
                <a:spcPts val="0"/>
              </a:spcAft>
              <a:buClr>
                <a:srgbClr val="525C65"/>
              </a:buClr>
              <a:buSzPts val="1800"/>
              <a:buFont typeface="Open Sans"/>
              <a:buChar char="●"/>
            </a:pPr>
            <a:r>
              <a:rPr lang="en" sz="1800">
                <a:solidFill>
                  <a:srgbClr val="525C65"/>
                </a:solidFill>
                <a:highlight>
                  <a:srgbClr val="FFFFFF"/>
                </a:highlight>
                <a:latin typeface="Open Sans"/>
                <a:ea typeface="Open Sans"/>
                <a:cs typeface="Open Sans"/>
                <a:sym typeface="Open Sans"/>
              </a:rPr>
              <a:t>Below you can see a diagram that will hopefully help you visualize some of SneakerPark's business processes. Keep in mind that it does not capture ALL processes and every nuance, but simply serves as another artifact to use in your project.</a:t>
            </a:r>
            <a:endParaRPr sz="1800">
              <a:solidFill>
                <a:srgbClr val="525C65"/>
              </a:solidFill>
              <a:highlight>
                <a:srgbClr val="FFFFFF"/>
              </a:highlight>
              <a:latin typeface="Open Sans"/>
              <a:ea typeface="Open Sans"/>
              <a:cs typeface="Open Sans"/>
              <a:sym typeface="Open Sans"/>
            </a:endParaRPr>
          </a:p>
        </p:txBody>
      </p:sp>
      <p:pic>
        <p:nvPicPr>
          <p:cNvPr id="211" name="Google Shape;211;p55"/>
          <p:cNvPicPr preferRelativeResize="0"/>
          <p:nvPr/>
        </p:nvPicPr>
        <p:blipFill>
          <a:blip r:embed="rId3">
            <a:alphaModFix/>
          </a:blip>
          <a:stretch>
            <a:fillRect/>
          </a:stretch>
        </p:blipFill>
        <p:spPr>
          <a:xfrm>
            <a:off x="152400" y="4140900"/>
            <a:ext cx="7467599" cy="470863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15"/>
        <p:cNvGrpSpPr/>
        <p:nvPr/>
      </p:nvGrpSpPr>
      <p:grpSpPr>
        <a:xfrm>
          <a:off x="0" y="0"/>
          <a:ext cx="0" cy="0"/>
          <a:chOff x="0" y="0"/>
          <a:chExt cx="0" cy="0"/>
        </a:xfrm>
      </p:grpSpPr>
      <p:sp>
        <p:nvSpPr>
          <p:cNvPr id="216" name="Google Shape;216;p56"/>
          <p:cNvSpPr/>
          <p:nvPr/>
        </p:nvSpPr>
        <p:spPr>
          <a:xfrm>
            <a:off x="3582591" y="3663029"/>
            <a:ext cx="607200" cy="74400"/>
          </a:xfrm>
          <a:prstGeom prst="rect">
            <a:avLst/>
          </a:prstGeom>
          <a:solidFill>
            <a:srgbClr val="02B4E5"/>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
        <p:nvSpPr>
          <p:cNvPr id="217" name="Google Shape;217;p56"/>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
        <p:nvSpPr>
          <p:cNvPr id="218" name="Google Shape;218;p56"/>
          <p:cNvSpPr/>
          <p:nvPr/>
        </p:nvSpPr>
        <p:spPr>
          <a:xfrm>
            <a:off x="911700" y="4003550"/>
            <a:ext cx="59490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1</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Enterprise Data Catalog          Part 1: Enterprise Data Model</a:t>
            </a:r>
            <a:endParaRPr sz="3000">
              <a:solidFill>
                <a:srgbClr val="FFFFFF"/>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57"/>
          <p:cNvSpPr txBox="1"/>
          <p:nvPr/>
        </p:nvSpPr>
        <p:spPr>
          <a:xfrm>
            <a:off x="0" y="-352425"/>
            <a:ext cx="7772400" cy="3977100"/>
          </a:xfrm>
          <a:prstGeom prst="rect">
            <a:avLst/>
          </a:prstGeom>
          <a:noFill/>
          <a:ln>
            <a:noFill/>
          </a:ln>
        </p:spPr>
        <p:txBody>
          <a:bodyPr spcFirstLastPara="1" wrap="square" lIns="91425" tIns="91425" rIns="91425" bIns="91425" anchor="t" anchorCtr="0">
            <a:noAutofit/>
          </a:bodyPr>
          <a:lstStyle/>
          <a:p>
            <a:pPr marL="241300" marR="241300" lvl="0" indent="0" algn="just" rtl="0">
              <a:lnSpc>
                <a:spcPct val="170000"/>
              </a:lnSpc>
              <a:spcBef>
                <a:spcPts val="3800"/>
              </a:spcBef>
              <a:spcAft>
                <a:spcPts val="1100"/>
              </a:spcAft>
              <a:buNone/>
            </a:pPr>
            <a:r>
              <a:rPr lang="en" sz="1600">
                <a:solidFill>
                  <a:srgbClr val="525C65"/>
                </a:solidFill>
                <a:highlight>
                  <a:srgbClr val="FFFFFF"/>
                </a:highlight>
                <a:latin typeface="Open Sans"/>
                <a:ea typeface="Open Sans"/>
                <a:cs typeface="Open Sans"/>
                <a:sym typeface="Open Sans"/>
              </a:rPr>
              <a:t>Create a </a:t>
            </a:r>
            <a:r>
              <a:rPr lang="en" sz="1600" b="1">
                <a:solidFill>
                  <a:srgbClr val="525C65"/>
                </a:solidFill>
                <a:highlight>
                  <a:srgbClr val="FFFFFF"/>
                </a:highlight>
                <a:latin typeface="Open Sans"/>
                <a:ea typeface="Open Sans"/>
                <a:cs typeface="Open Sans"/>
                <a:sym typeface="Open Sans"/>
              </a:rPr>
              <a:t>conceptual</a:t>
            </a:r>
            <a:r>
              <a:rPr lang="en" sz="1600">
                <a:solidFill>
                  <a:srgbClr val="525C65"/>
                </a:solidFill>
                <a:highlight>
                  <a:srgbClr val="FFFFFF"/>
                </a:highlight>
                <a:latin typeface="Open Sans"/>
                <a:ea typeface="Open Sans"/>
                <a:cs typeface="Open Sans"/>
                <a:sym typeface="Open Sans"/>
              </a:rPr>
              <a:t> data model that will provide SneakerPark with a holistic view of its data systems and help you grasp the organization's </a:t>
            </a:r>
            <a:r>
              <a:rPr lang="en" sz="1600" b="1">
                <a:solidFill>
                  <a:srgbClr val="525C65"/>
                </a:solidFill>
                <a:highlight>
                  <a:srgbClr val="FFFFFF"/>
                </a:highlight>
                <a:latin typeface="Open Sans"/>
                <a:ea typeface="Open Sans"/>
                <a:cs typeface="Open Sans"/>
                <a:sym typeface="Open Sans"/>
              </a:rPr>
              <a:t>important entities and relationships</a:t>
            </a:r>
            <a:r>
              <a:rPr lang="en" sz="1600">
                <a:solidFill>
                  <a:srgbClr val="525C65"/>
                </a:solidFill>
                <a:highlight>
                  <a:srgbClr val="FFFFFF"/>
                </a:highlight>
                <a:latin typeface="Open Sans"/>
                <a:ea typeface="Open Sans"/>
                <a:cs typeface="Open Sans"/>
                <a:sym typeface="Open Sans"/>
              </a:rPr>
              <a:t>, which will be instrumental as you move further in the project. You can use Lucidchart or any other diagramming tool of your choice, but please use the Crow’s Foot/IE Notation and please be sure to indicate both cardinality (the type of a relationship such as 1:N or N:N) and optionality (whether the relationship is optional or mandatory).</a:t>
            </a:r>
            <a:endParaRPr sz="1600">
              <a:solidFill>
                <a:srgbClr val="525C65"/>
              </a:solidFill>
              <a:highlight>
                <a:srgbClr val="FFFFFF"/>
              </a:highlight>
              <a:latin typeface="Open Sans"/>
              <a:ea typeface="Open Sans"/>
              <a:cs typeface="Open Sans"/>
              <a:sym typeface="Open Sans"/>
            </a:endParaRPr>
          </a:p>
        </p:txBody>
      </p:sp>
      <p:pic>
        <p:nvPicPr>
          <p:cNvPr id="3" name="Picture 2">
            <a:extLst>
              <a:ext uri="{FF2B5EF4-FFF2-40B4-BE49-F238E27FC236}">
                <a16:creationId xmlns:a16="http://schemas.microsoft.com/office/drawing/2014/main" id="{A4FDC8F3-CAD4-57CE-F5F7-2723BA1E4FBE}"/>
              </a:ext>
            </a:extLst>
          </p:cNvPr>
          <p:cNvPicPr>
            <a:picLocks noChangeAspect="1"/>
          </p:cNvPicPr>
          <p:nvPr/>
        </p:nvPicPr>
        <p:blipFill>
          <a:blip r:embed="rId3"/>
          <a:stretch>
            <a:fillRect/>
          </a:stretch>
        </p:blipFill>
        <p:spPr>
          <a:xfrm>
            <a:off x="342900" y="3943350"/>
            <a:ext cx="7086600" cy="4000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58"/>
          <p:cNvSpPr txBox="1"/>
          <p:nvPr/>
        </p:nvSpPr>
        <p:spPr>
          <a:xfrm>
            <a:off x="466650" y="467050"/>
            <a:ext cx="6839100" cy="800100"/>
          </a:xfrm>
          <a:prstGeom prst="rect">
            <a:avLst/>
          </a:prstGeom>
          <a:noFill/>
          <a:ln>
            <a:noFill/>
          </a:ln>
        </p:spPr>
        <p:txBody>
          <a:bodyPr spcFirstLastPara="1" wrap="square" lIns="91425" tIns="91425" rIns="91425" bIns="91425" anchor="t" anchorCtr="0">
            <a:noAutofit/>
          </a:bodyPr>
          <a:lstStyle/>
          <a:p>
            <a:pPr marL="0" lvl="0" indent="0" algn="just" rtl="0">
              <a:lnSpc>
                <a:spcPct val="170000"/>
              </a:lnSpc>
              <a:spcBef>
                <a:spcPts val="0"/>
              </a:spcBef>
              <a:spcAft>
                <a:spcPts val="0"/>
              </a:spcAft>
              <a:buNone/>
            </a:pPr>
            <a:r>
              <a:rPr lang="en" sz="1600" b="1">
                <a:solidFill>
                  <a:srgbClr val="525C65"/>
                </a:solidFill>
                <a:highlight>
                  <a:schemeClr val="lt1"/>
                </a:highlight>
                <a:latin typeface="Open Sans"/>
                <a:ea typeface="Open Sans"/>
                <a:cs typeface="Open Sans"/>
                <a:sym typeface="Open Sans"/>
              </a:rPr>
              <a:t>Replace the example below with your own solutions (obviously feel free to take more space):</a:t>
            </a:r>
            <a:endParaRPr sz="1700" b="1">
              <a:solidFill>
                <a:srgbClr val="525C65"/>
              </a:solidFill>
              <a:highlight>
                <a:schemeClr val="lt1"/>
              </a:highlight>
              <a:latin typeface="Open Sans"/>
              <a:ea typeface="Open Sans"/>
              <a:cs typeface="Open Sans"/>
              <a:sym typeface="Open Sans"/>
            </a:endParaRPr>
          </a:p>
          <a:p>
            <a:pPr marL="0" lvl="0" indent="0" algn="just" rtl="0">
              <a:lnSpc>
                <a:spcPct val="170000"/>
              </a:lnSpc>
              <a:spcBef>
                <a:spcPts val="1100"/>
              </a:spcBef>
              <a:spcAft>
                <a:spcPts val="1100"/>
              </a:spcAft>
              <a:buNone/>
            </a:pPr>
            <a:endParaRPr b="1">
              <a:solidFill>
                <a:srgbClr val="525C65"/>
              </a:solidFill>
              <a:highlight>
                <a:schemeClr val="lt1"/>
              </a:highlight>
              <a:latin typeface="Open Sans"/>
              <a:ea typeface="Open Sans"/>
              <a:cs typeface="Open Sans"/>
              <a:sym typeface="Open Sans"/>
            </a:endParaRPr>
          </a:p>
        </p:txBody>
      </p:sp>
      <p:pic>
        <p:nvPicPr>
          <p:cNvPr id="230" name="Google Shape;230;p58"/>
          <p:cNvPicPr preferRelativeResize="0"/>
          <p:nvPr/>
        </p:nvPicPr>
        <p:blipFill>
          <a:blip r:embed="rId3">
            <a:alphaModFix/>
          </a:blip>
          <a:stretch>
            <a:fillRect/>
          </a:stretch>
        </p:blipFill>
        <p:spPr>
          <a:xfrm>
            <a:off x="286275" y="2602801"/>
            <a:ext cx="6838951" cy="3633600"/>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34"/>
        <p:cNvGrpSpPr/>
        <p:nvPr/>
      </p:nvGrpSpPr>
      <p:grpSpPr>
        <a:xfrm>
          <a:off x="0" y="0"/>
          <a:ext cx="0" cy="0"/>
          <a:chOff x="0" y="0"/>
          <a:chExt cx="0" cy="0"/>
        </a:xfrm>
      </p:grpSpPr>
      <p:sp>
        <p:nvSpPr>
          <p:cNvPr id="235" name="Google Shape;235;p59"/>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
        <p:nvSpPr>
          <p:cNvPr id="236" name="Google Shape;236;p59"/>
          <p:cNvSpPr/>
          <p:nvPr/>
        </p:nvSpPr>
        <p:spPr>
          <a:xfrm>
            <a:off x="911700" y="4003550"/>
            <a:ext cx="59490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2</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Enterprise Data Catalog          Part 2: Metadata</a:t>
            </a:r>
            <a:endParaRPr sz="3000">
              <a:solidFill>
                <a:srgbClr val="FFFFFF"/>
              </a:solidFill>
              <a:latin typeface="Open Sans"/>
              <a:ea typeface="Open Sans"/>
              <a:cs typeface="Open Sans"/>
              <a:sym typeface="Ope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60"/>
          <p:cNvSpPr txBox="1">
            <a:spLocks noGrp="1"/>
          </p:cNvSpPr>
          <p:nvPr>
            <p:ph type="body" idx="1"/>
          </p:nvPr>
        </p:nvSpPr>
        <p:spPr>
          <a:xfrm>
            <a:off x="264900" y="110600"/>
            <a:ext cx="7366800" cy="1041900"/>
          </a:xfrm>
          <a:prstGeom prst="rect">
            <a:avLst/>
          </a:prstGeom>
        </p:spPr>
        <p:txBody>
          <a:bodyPr spcFirstLastPara="1" wrap="square" lIns="91425" tIns="91425" rIns="91425" bIns="91425" anchor="t" anchorCtr="0">
            <a:noAutofit/>
          </a:bodyPr>
          <a:lstStyle/>
          <a:p>
            <a:pPr marL="241300" marR="241300" lvl="0" indent="0" algn="just" rtl="0">
              <a:lnSpc>
                <a:spcPct val="170000"/>
              </a:lnSpc>
              <a:spcBef>
                <a:spcPts val="3800"/>
              </a:spcBef>
              <a:spcAft>
                <a:spcPts val="0"/>
              </a:spcAft>
              <a:buNone/>
            </a:pPr>
            <a:r>
              <a:rPr lang="en" sz="1600">
                <a:solidFill>
                  <a:srgbClr val="525C65"/>
                </a:solidFill>
                <a:highlight>
                  <a:srgbClr val="FFFFFF"/>
                </a:highlight>
                <a:latin typeface="Open Sans"/>
                <a:ea typeface="Open Sans"/>
                <a:cs typeface="Open Sans"/>
                <a:sym typeface="Open Sans"/>
              </a:rPr>
              <a:t>Create the first version of the Metadata Catalog by documenting the metadata from all systems in the "Data Dictionary" and the “Enterprise Data Catalog” tabs of the provided Sheets template.</a:t>
            </a:r>
            <a:endParaRPr sz="1600">
              <a:solidFill>
                <a:srgbClr val="525C65"/>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1100"/>
              </a:spcAft>
              <a:buClr>
                <a:schemeClr val="dk1"/>
              </a:buClr>
              <a:buSzPts val="1100"/>
              <a:buFont typeface="Arial"/>
              <a:buNone/>
            </a:pPr>
            <a:r>
              <a:rPr lang="en" sz="1600">
                <a:solidFill>
                  <a:srgbClr val="525C65"/>
                </a:solidFill>
                <a:highlight>
                  <a:srgbClr val="FFFFFF"/>
                </a:highlight>
                <a:latin typeface="Open Sans"/>
                <a:ea typeface="Open Sans"/>
                <a:cs typeface="Open Sans"/>
                <a:sym typeface="Open Sans"/>
              </a:rPr>
              <a:t>Please note that you are required to fill out </a:t>
            </a:r>
            <a:r>
              <a:rPr lang="en" sz="1600" b="1">
                <a:solidFill>
                  <a:srgbClr val="525C65"/>
                </a:solidFill>
                <a:highlight>
                  <a:srgbClr val="FFFFFF"/>
                </a:highlight>
                <a:latin typeface="Open Sans"/>
                <a:ea typeface="Open Sans"/>
                <a:cs typeface="Open Sans"/>
                <a:sym typeface="Open Sans"/>
              </a:rPr>
              <a:t>all fields</a:t>
            </a:r>
            <a:r>
              <a:rPr lang="en" sz="1600">
                <a:solidFill>
                  <a:srgbClr val="525C65"/>
                </a:solidFill>
                <a:highlight>
                  <a:srgbClr val="FFFFFF"/>
                </a:highlight>
                <a:latin typeface="Open Sans"/>
                <a:ea typeface="Open Sans"/>
                <a:cs typeface="Open Sans"/>
                <a:sym typeface="Open Sans"/>
              </a:rPr>
              <a:t> in </a:t>
            </a:r>
            <a:r>
              <a:rPr lang="en" sz="1600" b="1">
                <a:solidFill>
                  <a:srgbClr val="525C65"/>
                </a:solidFill>
                <a:highlight>
                  <a:srgbClr val="FFFFFF"/>
                </a:highlight>
                <a:latin typeface="Open Sans"/>
                <a:ea typeface="Open Sans"/>
                <a:cs typeface="Open Sans"/>
                <a:sym typeface="Open Sans"/>
              </a:rPr>
              <a:t>both tabs</a:t>
            </a:r>
            <a:r>
              <a:rPr lang="en" sz="1600">
                <a:solidFill>
                  <a:srgbClr val="525C65"/>
                </a:solidFill>
                <a:highlight>
                  <a:srgbClr val="FFFFFF"/>
                </a:highlight>
                <a:latin typeface="Open Sans"/>
                <a:ea typeface="Open Sans"/>
                <a:cs typeface="Open Sans"/>
                <a:sym typeface="Open Sans"/>
              </a:rPr>
              <a:t>.</a:t>
            </a:r>
            <a:endParaRPr sz="1600">
              <a:solidFill>
                <a:srgbClr val="525C65"/>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45"/>
        <p:cNvGrpSpPr/>
        <p:nvPr/>
      </p:nvGrpSpPr>
      <p:grpSpPr>
        <a:xfrm>
          <a:off x="0" y="0"/>
          <a:ext cx="0" cy="0"/>
          <a:chOff x="0" y="0"/>
          <a:chExt cx="0" cy="0"/>
        </a:xfrm>
      </p:grpSpPr>
      <p:sp>
        <p:nvSpPr>
          <p:cNvPr id="246" name="Google Shape;246;p61"/>
          <p:cNvSpPr/>
          <p:nvPr/>
        </p:nvSpPr>
        <p:spPr>
          <a:xfrm>
            <a:off x="1051200" y="4003550"/>
            <a:ext cx="56700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3</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Data Quality</a:t>
            </a:r>
            <a:endParaRPr sz="3000">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Part 1: Profiling and Cleansing</a:t>
            </a:r>
            <a:endParaRPr sz="3000">
              <a:solidFill>
                <a:srgbClr val="FFFFFF"/>
              </a:solidFill>
              <a:latin typeface="Open Sans"/>
              <a:ea typeface="Open Sans"/>
              <a:cs typeface="Open Sans"/>
              <a:sym typeface="Open Sans"/>
            </a:endParaRPr>
          </a:p>
        </p:txBody>
      </p:sp>
      <p:sp>
        <p:nvSpPr>
          <p:cNvPr id="247" name="Google Shape;247;p61"/>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62"/>
          <p:cNvSpPr txBox="1"/>
          <p:nvPr/>
        </p:nvSpPr>
        <p:spPr>
          <a:xfrm>
            <a:off x="504500" y="425675"/>
            <a:ext cx="6810600" cy="3000000"/>
          </a:xfrm>
          <a:prstGeom prst="rect">
            <a:avLst/>
          </a:prstGeom>
          <a:noFill/>
          <a:ln>
            <a:noFill/>
          </a:ln>
        </p:spPr>
        <p:txBody>
          <a:bodyPr spcFirstLastPara="1" wrap="square" lIns="91425" tIns="91425" rIns="91425" bIns="91425" anchor="t" anchorCtr="0">
            <a:noAutofit/>
          </a:bodyPr>
          <a:lstStyle/>
          <a:p>
            <a:pPr marL="0" lvl="0" indent="0" algn="just" rtl="0">
              <a:lnSpc>
                <a:spcPct val="170000"/>
              </a:lnSpc>
              <a:spcBef>
                <a:spcPts val="0"/>
              </a:spcBef>
              <a:spcAft>
                <a:spcPts val="0"/>
              </a:spcAft>
              <a:buNone/>
            </a:pPr>
            <a:r>
              <a:rPr lang="en" sz="1600">
                <a:solidFill>
                  <a:srgbClr val="525C65"/>
                </a:solidFill>
                <a:highlight>
                  <a:srgbClr val="FFFFFF"/>
                </a:highlight>
                <a:latin typeface="Open Sans"/>
                <a:ea typeface="Open Sans"/>
                <a:cs typeface="Open Sans"/>
                <a:sym typeface="Open Sans"/>
              </a:rPr>
              <a:t>Profile the data to identify at least </a:t>
            </a:r>
            <a:r>
              <a:rPr lang="en" sz="1600" b="1">
                <a:solidFill>
                  <a:srgbClr val="525C65"/>
                </a:solidFill>
                <a:highlight>
                  <a:srgbClr val="FFFFFF"/>
                </a:highlight>
                <a:latin typeface="Open Sans"/>
                <a:ea typeface="Open Sans"/>
                <a:cs typeface="Open Sans"/>
                <a:sym typeface="Open Sans"/>
              </a:rPr>
              <a:t>3 data quality issues</a:t>
            </a:r>
            <a:r>
              <a:rPr lang="en" sz="1600">
                <a:solidFill>
                  <a:srgbClr val="525C65"/>
                </a:solidFill>
                <a:highlight>
                  <a:srgbClr val="FFFFFF"/>
                </a:highlight>
                <a:latin typeface="Open Sans"/>
                <a:ea typeface="Open Sans"/>
                <a:cs typeface="Open Sans"/>
                <a:sym typeface="Open Sans"/>
              </a:rPr>
              <a:t> you see in the data. Also provide </a:t>
            </a:r>
            <a:r>
              <a:rPr lang="en" sz="1600" b="1">
                <a:solidFill>
                  <a:srgbClr val="525C65"/>
                </a:solidFill>
                <a:highlight>
                  <a:srgbClr val="FFFFFF"/>
                </a:highlight>
                <a:latin typeface="Open Sans"/>
                <a:ea typeface="Open Sans"/>
                <a:cs typeface="Open Sans"/>
                <a:sym typeface="Open Sans"/>
              </a:rPr>
              <a:t>at least 1 data quality issue that you haven’t yet seen</a:t>
            </a:r>
            <a:r>
              <a:rPr lang="en" sz="1600">
                <a:solidFill>
                  <a:srgbClr val="525C65"/>
                </a:solidFill>
                <a:highlight>
                  <a:srgbClr val="FFFFFF"/>
                </a:highlight>
                <a:latin typeface="Open Sans"/>
                <a:ea typeface="Open Sans"/>
                <a:cs typeface="Open Sans"/>
                <a:sym typeface="Open Sans"/>
              </a:rPr>
              <a:t> in the data, but can foresee occurring in the future. Based on the issues you’ve identified, come up with the data quality rule for each data quality issue, including for the one that you foresee.</a:t>
            </a:r>
            <a:endParaRPr sz="1600">
              <a:solidFill>
                <a:srgbClr val="525C65"/>
              </a:solidFill>
              <a:highlight>
                <a:srgbClr val="FFFFFF"/>
              </a:highlight>
              <a:latin typeface="Open Sans"/>
              <a:ea typeface="Open Sans"/>
              <a:cs typeface="Open Sans"/>
              <a:sym typeface="Open Sans"/>
            </a:endParaRPr>
          </a:p>
          <a:p>
            <a:pPr marL="0" lvl="0" indent="0" algn="just" rtl="0">
              <a:lnSpc>
                <a:spcPct val="170000"/>
              </a:lnSpc>
              <a:spcBef>
                <a:spcPts val="1100"/>
              </a:spcBef>
              <a:spcAft>
                <a:spcPts val="0"/>
              </a:spcAft>
              <a:buNone/>
            </a:pPr>
            <a:endParaRPr sz="1600">
              <a:solidFill>
                <a:srgbClr val="525C65"/>
              </a:solidFill>
              <a:highlight>
                <a:srgbClr val="FFFFFF"/>
              </a:highlight>
              <a:latin typeface="Open Sans"/>
              <a:ea typeface="Open Sans"/>
              <a:cs typeface="Open Sans"/>
              <a:sym typeface="Open Sans"/>
            </a:endParaRPr>
          </a:p>
          <a:p>
            <a:pPr marL="0" lvl="0" indent="0" algn="just" rtl="0">
              <a:lnSpc>
                <a:spcPct val="170000"/>
              </a:lnSpc>
              <a:spcBef>
                <a:spcPts val="1100"/>
              </a:spcBef>
              <a:spcAft>
                <a:spcPts val="1100"/>
              </a:spcAft>
              <a:buNone/>
            </a:pPr>
            <a:r>
              <a:rPr lang="en" sz="1600">
                <a:solidFill>
                  <a:srgbClr val="525C65"/>
                </a:solidFill>
                <a:highlight>
                  <a:srgbClr val="FFFFFF"/>
                </a:highlight>
                <a:latin typeface="Open Sans"/>
                <a:ea typeface="Open Sans"/>
                <a:cs typeface="Open Sans"/>
                <a:sym typeface="Open Sans"/>
              </a:rPr>
              <a:t>Make sure you fill out </a:t>
            </a:r>
            <a:r>
              <a:rPr lang="en" sz="1600" b="1">
                <a:solidFill>
                  <a:srgbClr val="525C65"/>
                </a:solidFill>
                <a:highlight>
                  <a:srgbClr val="FFFFFF"/>
                </a:highlight>
                <a:latin typeface="Open Sans"/>
                <a:ea typeface="Open Sans"/>
                <a:cs typeface="Open Sans"/>
                <a:sym typeface="Open Sans"/>
              </a:rPr>
              <a:t>all</a:t>
            </a:r>
            <a:r>
              <a:rPr lang="en" sz="1600">
                <a:solidFill>
                  <a:srgbClr val="525C65"/>
                </a:solidFill>
                <a:highlight>
                  <a:srgbClr val="FFFFFF"/>
                </a:highlight>
                <a:latin typeface="Open Sans"/>
                <a:ea typeface="Open Sans"/>
                <a:cs typeface="Open Sans"/>
                <a:sym typeface="Open Sans"/>
              </a:rPr>
              <a:t> columns in the "Data Quality Issues" tab with your answers in the provided Sheets template.</a:t>
            </a:r>
            <a:endParaRPr sz="1600">
              <a:solidFill>
                <a:srgbClr val="525C65"/>
              </a:solidFill>
              <a:highlight>
                <a:srgbClr val="FFFFFF"/>
              </a:highlight>
              <a:latin typeface="Open Sans"/>
              <a:ea typeface="Open Sans"/>
              <a:cs typeface="Open Sans"/>
              <a:sym typeface="Open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56"/>
        <p:cNvGrpSpPr/>
        <p:nvPr/>
      </p:nvGrpSpPr>
      <p:grpSpPr>
        <a:xfrm>
          <a:off x="0" y="0"/>
          <a:ext cx="0" cy="0"/>
          <a:chOff x="0" y="0"/>
          <a:chExt cx="0" cy="0"/>
        </a:xfrm>
      </p:grpSpPr>
      <p:sp>
        <p:nvSpPr>
          <p:cNvPr id="257" name="Google Shape;257;p63"/>
          <p:cNvSpPr/>
          <p:nvPr/>
        </p:nvSpPr>
        <p:spPr>
          <a:xfrm>
            <a:off x="1422750" y="4013075"/>
            <a:ext cx="49269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4</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Data Quality</a:t>
            </a:r>
            <a:endParaRPr sz="3000">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Part 2: Monitoring</a:t>
            </a:r>
            <a:endParaRPr sz="3000">
              <a:solidFill>
                <a:srgbClr val="FFFFFF"/>
              </a:solidFill>
              <a:latin typeface="Open Sans"/>
              <a:ea typeface="Open Sans"/>
              <a:cs typeface="Open Sans"/>
              <a:sym typeface="Open Sans"/>
            </a:endParaRPr>
          </a:p>
        </p:txBody>
      </p:sp>
      <p:sp>
        <p:nvSpPr>
          <p:cNvPr id="258" name="Google Shape;258;p63"/>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64"/>
          <p:cNvSpPr txBox="1">
            <a:spLocks noGrp="1"/>
          </p:cNvSpPr>
          <p:nvPr>
            <p:ph type="body" idx="1"/>
          </p:nvPr>
        </p:nvSpPr>
        <p:spPr>
          <a:xfrm>
            <a:off x="369675" y="695675"/>
            <a:ext cx="6914100" cy="1371300"/>
          </a:xfrm>
          <a:prstGeom prst="rect">
            <a:avLst/>
          </a:prstGeom>
        </p:spPr>
        <p:txBody>
          <a:bodyPr spcFirstLastPara="1" wrap="square" lIns="91425" tIns="91425" rIns="91425" bIns="91425" anchor="t" anchorCtr="0">
            <a:noAutofit/>
          </a:bodyPr>
          <a:lstStyle/>
          <a:p>
            <a:pPr marL="0" lvl="0" indent="0" algn="l" rtl="0">
              <a:lnSpc>
                <a:spcPct val="170000"/>
              </a:lnSpc>
              <a:spcBef>
                <a:spcPts val="0"/>
              </a:spcBef>
              <a:spcAft>
                <a:spcPts val="0"/>
              </a:spcAft>
              <a:buClr>
                <a:schemeClr val="dk1"/>
              </a:buClr>
              <a:buSzPts val="1100"/>
              <a:buFont typeface="Arial"/>
              <a:buNone/>
            </a:pPr>
            <a:r>
              <a:rPr lang="en" sz="1600" dirty="0">
                <a:solidFill>
                  <a:srgbClr val="525C65"/>
                </a:solidFill>
                <a:highlight>
                  <a:srgbClr val="FFFFFF"/>
                </a:highlight>
                <a:latin typeface="Open Sans"/>
                <a:ea typeface="Open Sans"/>
                <a:cs typeface="Open Sans"/>
                <a:sym typeface="Open Sans"/>
              </a:rPr>
              <a:t>Using the metrics you've created in the last step, please create a mock-up of a data quality </a:t>
            </a:r>
            <a:r>
              <a:rPr lang="en" sz="1600" b="1" dirty="0">
                <a:solidFill>
                  <a:srgbClr val="525C65"/>
                </a:solidFill>
                <a:highlight>
                  <a:srgbClr val="FFFFFF"/>
                </a:highlight>
                <a:latin typeface="Open Sans"/>
                <a:ea typeface="Open Sans"/>
                <a:cs typeface="Open Sans"/>
                <a:sym typeface="Open Sans"/>
              </a:rPr>
              <a:t>monitoring dashboard</a:t>
            </a:r>
            <a:r>
              <a:rPr lang="en" sz="1600" dirty="0">
                <a:solidFill>
                  <a:srgbClr val="525C65"/>
                </a:solidFill>
                <a:highlight>
                  <a:srgbClr val="FFFFFF"/>
                </a:highlight>
                <a:latin typeface="Open Sans"/>
                <a:ea typeface="Open Sans"/>
                <a:cs typeface="Open Sans"/>
                <a:sym typeface="Open Sans"/>
              </a:rPr>
              <a:t> that will be used to monitor the data to ensure compliance with your data quality rules.</a:t>
            </a:r>
            <a:endParaRPr sz="1600" dirty="0">
              <a:solidFill>
                <a:srgbClr val="525C65"/>
              </a:solidFill>
              <a:highlight>
                <a:srgbClr val="FFFFFF"/>
              </a:highlight>
              <a:latin typeface="Open Sans"/>
              <a:ea typeface="Open Sans"/>
              <a:cs typeface="Open Sans"/>
              <a:sym typeface="Open Sans"/>
            </a:endParaRPr>
          </a:p>
          <a:p>
            <a:pPr marL="0" lvl="0" indent="0" algn="l" rtl="0">
              <a:lnSpc>
                <a:spcPct val="170000"/>
              </a:lnSpc>
              <a:spcBef>
                <a:spcPts val="1100"/>
              </a:spcBef>
              <a:spcAft>
                <a:spcPts val="0"/>
              </a:spcAft>
              <a:buNone/>
            </a:pPr>
            <a:r>
              <a:rPr lang="en" sz="1600" dirty="0">
                <a:solidFill>
                  <a:srgbClr val="525C65"/>
                </a:solidFill>
                <a:highlight>
                  <a:srgbClr val="FFFFFF"/>
                </a:highlight>
                <a:latin typeface="Open Sans"/>
                <a:ea typeface="Open Sans"/>
                <a:cs typeface="Open Sans"/>
                <a:sym typeface="Open Sans"/>
              </a:rPr>
              <a:t>Please </a:t>
            </a:r>
            <a:r>
              <a:rPr lang="en" sz="1600" b="1" dirty="0">
                <a:solidFill>
                  <a:srgbClr val="525C65"/>
                </a:solidFill>
                <a:highlight>
                  <a:srgbClr val="FFFFFF"/>
                </a:highlight>
                <a:latin typeface="Open Sans"/>
                <a:ea typeface="Open Sans"/>
                <a:cs typeface="Open Sans"/>
                <a:sym typeface="Open Sans"/>
              </a:rPr>
              <a:t>make sure to label your metrics clearly</a:t>
            </a:r>
            <a:r>
              <a:rPr lang="en" sz="1600" dirty="0">
                <a:solidFill>
                  <a:srgbClr val="525C65"/>
                </a:solidFill>
                <a:highlight>
                  <a:srgbClr val="FFFFFF"/>
                </a:highlight>
                <a:latin typeface="Open Sans"/>
                <a:ea typeface="Open Sans"/>
                <a:cs typeface="Open Sans"/>
                <a:sym typeface="Open Sans"/>
              </a:rPr>
              <a:t> on your mock-up.</a:t>
            </a:r>
            <a:endParaRPr sz="1600" dirty="0">
              <a:solidFill>
                <a:srgbClr val="525C65"/>
              </a:solidFill>
              <a:highlight>
                <a:srgbClr val="FFFFFF"/>
              </a:highlight>
              <a:latin typeface="Open Sans"/>
              <a:ea typeface="Open Sans"/>
              <a:cs typeface="Open Sans"/>
              <a:sym typeface="Open Sans"/>
            </a:endParaRPr>
          </a:p>
          <a:p>
            <a:pPr marL="0" lvl="0" indent="0" algn="l" rtl="0">
              <a:lnSpc>
                <a:spcPct val="170000"/>
              </a:lnSpc>
              <a:spcBef>
                <a:spcPts val="1100"/>
              </a:spcBef>
              <a:spcAft>
                <a:spcPts val="0"/>
              </a:spcAft>
              <a:buNone/>
            </a:pPr>
            <a:r>
              <a:rPr lang="en" sz="1600" b="1" dirty="0">
                <a:solidFill>
                  <a:srgbClr val="525C65"/>
                </a:solidFill>
                <a:highlight>
                  <a:schemeClr val="lt1"/>
                </a:highlight>
                <a:latin typeface="Open Sans"/>
                <a:ea typeface="Open Sans"/>
                <a:cs typeface="Open Sans"/>
                <a:sym typeface="Open Sans"/>
              </a:rPr>
              <a:t>Replace the example dashboard below with your own. (obviously feel free to take more space).</a:t>
            </a:r>
            <a:endParaRPr sz="1600" dirty="0">
              <a:solidFill>
                <a:srgbClr val="525C65"/>
              </a:solidFill>
              <a:highlight>
                <a:schemeClr val="lt1"/>
              </a:highlight>
              <a:latin typeface="Open Sans"/>
              <a:ea typeface="Open Sans"/>
              <a:cs typeface="Open Sans"/>
              <a:sym typeface="Open Sans"/>
            </a:endParaRPr>
          </a:p>
          <a:p>
            <a:pPr marL="0" lvl="0" indent="0" algn="l" rtl="0">
              <a:lnSpc>
                <a:spcPct val="170000"/>
              </a:lnSpc>
              <a:spcBef>
                <a:spcPts val="1100"/>
              </a:spcBef>
              <a:spcAft>
                <a:spcPts val="1100"/>
              </a:spcAft>
              <a:buNone/>
            </a:pPr>
            <a:endParaRPr sz="1600" dirty="0">
              <a:solidFill>
                <a:srgbClr val="525C65"/>
              </a:solidFill>
              <a:highlight>
                <a:srgbClr val="FFFFFF"/>
              </a:highlight>
              <a:latin typeface="Open Sans"/>
              <a:ea typeface="Open Sans"/>
              <a:cs typeface="Open Sans"/>
              <a:sym typeface="Open Sans"/>
            </a:endParaRPr>
          </a:p>
        </p:txBody>
      </p:sp>
      <p:pic>
        <p:nvPicPr>
          <p:cNvPr id="2" name="Picture 1">
            <a:extLst>
              <a:ext uri="{FF2B5EF4-FFF2-40B4-BE49-F238E27FC236}">
                <a16:creationId xmlns:a16="http://schemas.microsoft.com/office/drawing/2014/main" id="{4ADCF685-0255-09FC-4F16-85506337E671}"/>
              </a:ext>
            </a:extLst>
          </p:cNvPr>
          <p:cNvPicPr>
            <a:picLocks noChangeAspect="1"/>
          </p:cNvPicPr>
          <p:nvPr/>
        </p:nvPicPr>
        <p:blipFill>
          <a:blip r:embed="rId3"/>
          <a:stretch>
            <a:fillRect/>
          </a:stretch>
        </p:blipFill>
        <p:spPr>
          <a:xfrm>
            <a:off x="259316" y="3651250"/>
            <a:ext cx="3626884" cy="2180149"/>
          </a:xfrm>
          <a:prstGeom prst="rect">
            <a:avLst/>
          </a:prstGeom>
        </p:spPr>
      </p:pic>
      <p:pic>
        <p:nvPicPr>
          <p:cNvPr id="3" name="Picture 2">
            <a:extLst>
              <a:ext uri="{FF2B5EF4-FFF2-40B4-BE49-F238E27FC236}">
                <a16:creationId xmlns:a16="http://schemas.microsoft.com/office/drawing/2014/main" id="{9052209D-3C58-2778-B63E-10A259FB5048}"/>
              </a:ext>
            </a:extLst>
          </p:cNvPr>
          <p:cNvPicPr>
            <a:picLocks noChangeAspect="1"/>
          </p:cNvPicPr>
          <p:nvPr/>
        </p:nvPicPr>
        <p:blipFill>
          <a:blip r:embed="rId4"/>
          <a:stretch>
            <a:fillRect/>
          </a:stretch>
        </p:blipFill>
        <p:spPr>
          <a:xfrm>
            <a:off x="3886200" y="3651250"/>
            <a:ext cx="3626884" cy="2180149"/>
          </a:xfrm>
          <a:prstGeom prst="rect">
            <a:avLst/>
          </a:prstGeom>
        </p:spPr>
      </p:pic>
      <p:pic>
        <p:nvPicPr>
          <p:cNvPr id="4" name="Picture 3">
            <a:extLst>
              <a:ext uri="{FF2B5EF4-FFF2-40B4-BE49-F238E27FC236}">
                <a16:creationId xmlns:a16="http://schemas.microsoft.com/office/drawing/2014/main" id="{F49F1027-70AC-C2B8-9274-8AB84D6FA0B6}"/>
              </a:ext>
            </a:extLst>
          </p:cNvPr>
          <p:cNvPicPr>
            <a:picLocks noChangeAspect="1"/>
          </p:cNvPicPr>
          <p:nvPr/>
        </p:nvPicPr>
        <p:blipFill>
          <a:blip r:embed="rId5"/>
          <a:stretch>
            <a:fillRect/>
          </a:stretch>
        </p:blipFill>
        <p:spPr>
          <a:xfrm>
            <a:off x="1593850" y="5831399"/>
            <a:ext cx="4584700" cy="27559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68"/>
        <p:cNvGrpSpPr/>
        <p:nvPr/>
      </p:nvGrpSpPr>
      <p:grpSpPr>
        <a:xfrm>
          <a:off x="0" y="0"/>
          <a:ext cx="0" cy="0"/>
          <a:chOff x="0" y="0"/>
          <a:chExt cx="0" cy="0"/>
        </a:xfrm>
      </p:grpSpPr>
      <p:sp>
        <p:nvSpPr>
          <p:cNvPr id="269" name="Google Shape;269;p65"/>
          <p:cNvSpPr/>
          <p:nvPr/>
        </p:nvSpPr>
        <p:spPr>
          <a:xfrm>
            <a:off x="539850" y="4051175"/>
            <a:ext cx="66927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5</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Master Data Management</a:t>
            </a:r>
            <a:endParaRPr sz="3000">
              <a:solidFill>
                <a:srgbClr val="FFFFFF"/>
              </a:solidFill>
              <a:latin typeface="Open Sans"/>
              <a:ea typeface="Open Sans"/>
              <a:cs typeface="Open Sans"/>
              <a:sym typeface="Open Sans"/>
            </a:endParaRPr>
          </a:p>
          <a:p>
            <a:pPr marL="0" lvl="0" indent="0" algn="ctr" rtl="0">
              <a:lnSpc>
                <a:spcPct val="150000"/>
              </a:lnSpc>
              <a:spcBef>
                <a:spcPts val="0"/>
              </a:spcBef>
              <a:spcAft>
                <a:spcPts val="0"/>
              </a:spcAft>
              <a:buClr>
                <a:schemeClr val="lt1"/>
              </a:buClr>
              <a:buFont typeface="Open Sans"/>
              <a:buNone/>
            </a:pPr>
            <a:r>
              <a:rPr lang="en" sz="3000">
                <a:solidFill>
                  <a:schemeClr val="lt1"/>
                </a:solidFill>
                <a:latin typeface="Open Sans"/>
                <a:ea typeface="Open Sans"/>
                <a:cs typeface="Open Sans"/>
                <a:sym typeface="Open Sans"/>
              </a:rPr>
              <a:t>Part 1: MDM Architecture</a:t>
            </a:r>
            <a:endParaRPr sz="3000">
              <a:solidFill>
                <a:srgbClr val="FFFFFF"/>
              </a:solidFill>
              <a:latin typeface="Open Sans"/>
              <a:ea typeface="Open Sans"/>
              <a:cs typeface="Open Sans"/>
              <a:sym typeface="Open Sans"/>
            </a:endParaRPr>
          </a:p>
        </p:txBody>
      </p:sp>
      <p:sp>
        <p:nvSpPr>
          <p:cNvPr id="270" name="Google Shape;270;p65"/>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66"/>
          <p:cNvSpPr txBox="1">
            <a:spLocks noGrp="1"/>
          </p:cNvSpPr>
          <p:nvPr>
            <p:ph type="body" idx="1"/>
          </p:nvPr>
        </p:nvSpPr>
        <p:spPr>
          <a:xfrm>
            <a:off x="439225" y="-63075"/>
            <a:ext cx="6907500" cy="4777800"/>
          </a:xfrm>
          <a:prstGeom prst="rect">
            <a:avLst/>
          </a:prstGeom>
        </p:spPr>
        <p:txBody>
          <a:bodyPr spcFirstLastPara="1" wrap="square" lIns="91425" tIns="91425" rIns="91425" bIns="91425" anchor="t" anchorCtr="0">
            <a:noAutofit/>
          </a:bodyPr>
          <a:lstStyle/>
          <a:p>
            <a:pPr marL="0" marR="241300" lvl="0" indent="0" algn="just" rtl="0">
              <a:lnSpc>
                <a:spcPct val="150000"/>
              </a:lnSpc>
              <a:spcBef>
                <a:spcPts val="3800"/>
              </a:spcBef>
              <a:spcAft>
                <a:spcPts val="0"/>
              </a:spcAft>
              <a:buNone/>
            </a:pPr>
            <a:r>
              <a:rPr lang="en" sz="1600" dirty="0">
                <a:solidFill>
                  <a:srgbClr val="525C65"/>
                </a:solidFill>
                <a:highlight>
                  <a:srgbClr val="FFFFFF"/>
                </a:highlight>
                <a:latin typeface="Open Sans"/>
                <a:ea typeface="Open Sans"/>
                <a:cs typeface="Open Sans"/>
                <a:sym typeface="Open Sans"/>
              </a:rPr>
              <a:t>Based on what you’ve read about </a:t>
            </a:r>
            <a:r>
              <a:rPr lang="en" sz="1600" dirty="0" err="1">
                <a:solidFill>
                  <a:srgbClr val="525C65"/>
                </a:solidFill>
                <a:highlight>
                  <a:srgbClr val="FFFFFF"/>
                </a:highlight>
                <a:latin typeface="Open Sans"/>
                <a:ea typeface="Open Sans"/>
                <a:cs typeface="Open Sans"/>
                <a:sym typeface="Open Sans"/>
              </a:rPr>
              <a:t>SneakerPark’s</a:t>
            </a:r>
            <a:r>
              <a:rPr lang="en" sz="1600" dirty="0">
                <a:solidFill>
                  <a:srgbClr val="525C65"/>
                </a:solidFill>
                <a:highlight>
                  <a:srgbClr val="FFFFFF"/>
                </a:highlight>
                <a:latin typeface="Open Sans"/>
                <a:ea typeface="Open Sans"/>
                <a:cs typeface="Open Sans"/>
                <a:sym typeface="Open Sans"/>
              </a:rPr>
              <a:t> systems and business model, sketch out a proposed </a:t>
            </a:r>
            <a:r>
              <a:rPr lang="en" sz="1600" b="1" dirty="0">
                <a:solidFill>
                  <a:srgbClr val="525C65"/>
                </a:solidFill>
                <a:highlight>
                  <a:srgbClr val="FFFFFF"/>
                </a:highlight>
                <a:latin typeface="Open Sans"/>
                <a:ea typeface="Open Sans"/>
                <a:cs typeface="Open Sans"/>
                <a:sym typeface="Open Sans"/>
              </a:rPr>
              <a:t>MDM implementation architecture</a:t>
            </a:r>
            <a:r>
              <a:rPr lang="en" sz="1600" dirty="0">
                <a:solidFill>
                  <a:srgbClr val="525C65"/>
                </a:solidFill>
                <a:highlight>
                  <a:srgbClr val="FFFFFF"/>
                </a:highlight>
                <a:latin typeface="Open Sans"/>
                <a:ea typeface="Open Sans"/>
                <a:cs typeface="Open Sans"/>
                <a:sym typeface="Open Sans"/>
              </a:rPr>
              <a:t>, and write a </a:t>
            </a:r>
            <a:r>
              <a:rPr lang="en" sz="1600" b="1" dirty="0">
                <a:solidFill>
                  <a:srgbClr val="525C65"/>
                </a:solidFill>
                <a:highlight>
                  <a:srgbClr val="FFFFFF"/>
                </a:highlight>
                <a:latin typeface="Open Sans"/>
                <a:ea typeface="Open Sans"/>
                <a:cs typeface="Open Sans"/>
                <a:sym typeface="Open Sans"/>
              </a:rPr>
              <a:t>detailed explanation</a:t>
            </a:r>
            <a:r>
              <a:rPr lang="en" sz="1600" dirty="0">
                <a:solidFill>
                  <a:srgbClr val="525C65"/>
                </a:solidFill>
                <a:highlight>
                  <a:srgbClr val="FFFFFF"/>
                </a:highlight>
                <a:latin typeface="Open Sans"/>
                <a:ea typeface="Open Sans"/>
                <a:cs typeface="Open Sans"/>
                <a:sym typeface="Open Sans"/>
              </a:rPr>
              <a:t> of </a:t>
            </a:r>
            <a:r>
              <a:rPr lang="en" sz="1600" b="1" dirty="0">
                <a:solidFill>
                  <a:srgbClr val="525C65"/>
                </a:solidFill>
                <a:highlight>
                  <a:srgbClr val="FFFFFF"/>
                </a:highlight>
                <a:latin typeface="Open Sans"/>
                <a:ea typeface="Open Sans"/>
                <a:cs typeface="Open Sans"/>
                <a:sym typeface="Open Sans"/>
              </a:rPr>
              <a:t>why</a:t>
            </a:r>
            <a:r>
              <a:rPr lang="en" sz="1600" dirty="0">
                <a:solidFill>
                  <a:srgbClr val="525C65"/>
                </a:solidFill>
                <a:highlight>
                  <a:srgbClr val="FFFFFF"/>
                </a:highlight>
                <a:latin typeface="Open Sans"/>
                <a:ea typeface="Open Sans"/>
                <a:cs typeface="Open Sans"/>
                <a:sym typeface="Open Sans"/>
              </a:rPr>
              <a:t> you chose this specific approach.</a:t>
            </a:r>
            <a:endParaRPr sz="1600" dirty="0">
              <a:solidFill>
                <a:srgbClr val="525C65"/>
              </a:solidFill>
              <a:highlight>
                <a:srgbClr val="FFFFFF"/>
              </a:highlight>
              <a:latin typeface="Open Sans"/>
              <a:ea typeface="Open Sans"/>
              <a:cs typeface="Open Sans"/>
              <a:sym typeface="Open Sans"/>
            </a:endParaRPr>
          </a:p>
          <a:p>
            <a:pPr marL="0" marR="241300" lvl="0" indent="0" algn="just" rtl="0">
              <a:lnSpc>
                <a:spcPct val="150000"/>
              </a:lnSpc>
              <a:spcBef>
                <a:spcPts val="3800"/>
              </a:spcBef>
              <a:spcAft>
                <a:spcPts val="0"/>
              </a:spcAft>
              <a:buNone/>
            </a:pPr>
            <a:r>
              <a:rPr lang="en" sz="1600" b="1" dirty="0">
                <a:solidFill>
                  <a:srgbClr val="525C65"/>
                </a:solidFill>
                <a:highlight>
                  <a:schemeClr val="lt1"/>
                </a:highlight>
                <a:latin typeface="Open Sans"/>
                <a:ea typeface="Open Sans"/>
                <a:cs typeface="Open Sans"/>
                <a:sym typeface="Open Sans"/>
              </a:rPr>
              <a:t>Tip:</a:t>
            </a:r>
            <a:r>
              <a:rPr lang="en" sz="1600" dirty="0">
                <a:solidFill>
                  <a:srgbClr val="525C65"/>
                </a:solidFill>
                <a:highlight>
                  <a:schemeClr val="lt1"/>
                </a:highlight>
                <a:latin typeface="Open Sans"/>
                <a:ea typeface="Open Sans"/>
                <a:cs typeface="Open Sans"/>
                <a:sym typeface="Open Sans"/>
              </a:rPr>
              <a:t> Think about how your plan and its implementation might affect existing systems.</a:t>
            </a:r>
            <a:endParaRPr sz="1600" dirty="0">
              <a:solidFill>
                <a:srgbClr val="525C65"/>
              </a:solidFill>
              <a:highlight>
                <a:srgbClr val="FFFFFF"/>
              </a:highlight>
              <a:latin typeface="Open Sans"/>
              <a:ea typeface="Open Sans"/>
              <a:cs typeface="Open Sans"/>
              <a:sym typeface="Open Sans"/>
            </a:endParaRPr>
          </a:p>
          <a:p>
            <a:pPr marL="0" lvl="0" indent="0" algn="just" rtl="0">
              <a:spcBef>
                <a:spcPts val="1100"/>
              </a:spcBef>
              <a:spcAft>
                <a:spcPts val="0"/>
              </a:spcAft>
              <a:buNone/>
            </a:pPr>
            <a:r>
              <a:rPr lang="en" sz="1600" b="1" dirty="0">
                <a:solidFill>
                  <a:srgbClr val="525C65"/>
                </a:solidFill>
                <a:highlight>
                  <a:schemeClr val="lt1"/>
                </a:highlight>
                <a:latin typeface="Open Sans"/>
                <a:ea typeface="Open Sans"/>
                <a:cs typeface="Open Sans"/>
                <a:sym typeface="Open Sans"/>
              </a:rPr>
              <a:t>Replace example screenshot below with your own solutions (obviously feel free to take more space). </a:t>
            </a:r>
            <a:endParaRPr sz="1600" b="1" dirty="0">
              <a:solidFill>
                <a:srgbClr val="525C65"/>
              </a:solidFill>
              <a:highlight>
                <a:schemeClr val="lt1"/>
              </a:highlight>
              <a:latin typeface="Open Sans"/>
              <a:ea typeface="Open Sans"/>
              <a:cs typeface="Open Sans"/>
              <a:sym typeface="Open Sans"/>
            </a:endParaRPr>
          </a:p>
          <a:p>
            <a:pPr marL="0" lvl="0" indent="0" algn="just" rtl="0">
              <a:spcBef>
                <a:spcPts val="1600"/>
              </a:spcBef>
              <a:spcAft>
                <a:spcPts val="0"/>
              </a:spcAft>
              <a:buNone/>
            </a:pPr>
            <a:r>
              <a:rPr lang="en" sz="1600" b="1" dirty="0">
                <a:solidFill>
                  <a:srgbClr val="525C65"/>
                </a:solidFill>
                <a:highlight>
                  <a:schemeClr val="lt1"/>
                </a:highlight>
                <a:latin typeface="Open Sans"/>
                <a:ea typeface="Open Sans"/>
                <a:cs typeface="Open Sans"/>
                <a:sym typeface="Open Sans"/>
              </a:rPr>
              <a:t>Next, please write at least a paragraph explaining  your choice.</a:t>
            </a:r>
            <a:endParaRPr sz="1600" dirty="0">
              <a:solidFill>
                <a:srgbClr val="525C65"/>
              </a:solidFill>
              <a:highlight>
                <a:schemeClr val="lt1"/>
              </a:highlight>
              <a:latin typeface="Open Sans"/>
              <a:ea typeface="Open Sans"/>
              <a:cs typeface="Open Sans"/>
              <a:sym typeface="Open Sans"/>
            </a:endParaRPr>
          </a:p>
          <a:p>
            <a:pPr marL="241300" marR="241300" lvl="0" indent="0" algn="just" rtl="0">
              <a:lnSpc>
                <a:spcPct val="170000"/>
              </a:lnSpc>
              <a:spcBef>
                <a:spcPts val="3800"/>
              </a:spcBef>
              <a:spcAft>
                <a:spcPts val="0"/>
              </a:spcAft>
              <a:buNone/>
            </a:pPr>
            <a:endParaRPr sz="1600" dirty="0">
              <a:solidFill>
                <a:srgbClr val="525C65"/>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0"/>
              </a:spcAft>
              <a:buNone/>
            </a:pPr>
            <a:endParaRPr sz="1600" dirty="0">
              <a:solidFill>
                <a:srgbClr val="525C65"/>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0"/>
              </a:spcAft>
              <a:buNone/>
            </a:pPr>
            <a:endParaRPr sz="1600" dirty="0">
              <a:solidFill>
                <a:srgbClr val="525C65"/>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0"/>
              </a:spcAft>
              <a:buNone/>
            </a:pPr>
            <a:endParaRPr sz="1600" dirty="0">
              <a:solidFill>
                <a:srgbClr val="525C65"/>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0"/>
              </a:spcAft>
              <a:buNone/>
            </a:pPr>
            <a:endParaRPr sz="1600" dirty="0">
              <a:solidFill>
                <a:srgbClr val="525C65"/>
              </a:solidFill>
              <a:highlight>
                <a:srgbClr val="FFFFFF"/>
              </a:highlight>
              <a:latin typeface="Open Sans"/>
              <a:ea typeface="Open Sans"/>
              <a:cs typeface="Open Sans"/>
              <a:sym typeface="Open Sans"/>
            </a:endParaRPr>
          </a:p>
          <a:p>
            <a:pPr marL="0" marR="241300" lvl="0" indent="0" algn="just" rtl="0">
              <a:lnSpc>
                <a:spcPct val="170000"/>
              </a:lnSpc>
              <a:spcBef>
                <a:spcPts val="3800"/>
              </a:spcBef>
              <a:spcAft>
                <a:spcPts val="0"/>
              </a:spcAft>
              <a:buClr>
                <a:schemeClr val="dk1"/>
              </a:buClr>
              <a:buSzPts val="1100"/>
              <a:buFont typeface="Arial"/>
              <a:buNone/>
            </a:pPr>
            <a:endParaRPr sz="1400" dirty="0">
              <a:solidFill>
                <a:srgbClr val="525C65"/>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0"/>
              </a:spcAft>
              <a:buClr>
                <a:schemeClr val="dk1"/>
              </a:buClr>
              <a:buSzPts val="1100"/>
              <a:buFont typeface="Arial"/>
              <a:buNone/>
            </a:pPr>
            <a:endParaRPr sz="1600" dirty="0">
              <a:solidFill>
                <a:srgbClr val="525C65"/>
              </a:solidFill>
              <a:highlight>
                <a:srgbClr val="FFFFFF"/>
              </a:highlight>
              <a:latin typeface="Open Sans"/>
              <a:ea typeface="Open Sans"/>
              <a:cs typeface="Open Sans"/>
              <a:sym typeface="Open Sans"/>
            </a:endParaRPr>
          </a:p>
          <a:p>
            <a:pPr marL="0" lvl="0" indent="0" algn="just" rtl="0">
              <a:spcBef>
                <a:spcPts val="0"/>
              </a:spcBef>
              <a:spcAft>
                <a:spcPts val="0"/>
              </a:spcAft>
              <a:buNone/>
            </a:pPr>
            <a:endParaRPr sz="1600" dirty="0">
              <a:solidFill>
                <a:srgbClr val="525C65"/>
              </a:solidFill>
              <a:highlight>
                <a:srgbClr val="FFFFFF"/>
              </a:highlight>
              <a:latin typeface="Open Sans"/>
              <a:ea typeface="Open Sans"/>
              <a:cs typeface="Open Sans"/>
              <a:sym typeface="Open Sans"/>
            </a:endParaRPr>
          </a:p>
          <a:p>
            <a:pPr marL="0" lvl="0" indent="0" algn="just" rtl="0">
              <a:spcBef>
                <a:spcPts val="1600"/>
              </a:spcBef>
              <a:spcAft>
                <a:spcPts val="0"/>
              </a:spcAft>
              <a:buNone/>
            </a:pPr>
            <a:endParaRPr sz="1600" dirty="0">
              <a:solidFill>
                <a:srgbClr val="525C65"/>
              </a:solidFill>
              <a:highlight>
                <a:srgbClr val="FFFFFF"/>
              </a:highlight>
              <a:latin typeface="Open Sans"/>
              <a:ea typeface="Open Sans"/>
              <a:cs typeface="Open Sans"/>
              <a:sym typeface="Open Sans"/>
            </a:endParaRPr>
          </a:p>
          <a:p>
            <a:pPr marL="0" lvl="0" indent="0" algn="just" rtl="0">
              <a:spcBef>
                <a:spcPts val="1600"/>
              </a:spcBef>
              <a:spcAft>
                <a:spcPts val="1600"/>
              </a:spcAft>
              <a:buNone/>
            </a:pPr>
            <a:endParaRPr sz="1600" dirty="0">
              <a:solidFill>
                <a:srgbClr val="525C65"/>
              </a:solidFill>
              <a:highlight>
                <a:srgbClr val="FFFFFF"/>
              </a:highlight>
              <a:latin typeface="Open Sans"/>
              <a:ea typeface="Open Sans"/>
              <a:cs typeface="Open Sans"/>
              <a:sym typeface="Open Sans"/>
            </a:endParaRPr>
          </a:p>
        </p:txBody>
      </p:sp>
      <p:pic>
        <p:nvPicPr>
          <p:cNvPr id="3" name="Picture 2">
            <a:extLst>
              <a:ext uri="{FF2B5EF4-FFF2-40B4-BE49-F238E27FC236}">
                <a16:creationId xmlns:a16="http://schemas.microsoft.com/office/drawing/2014/main" id="{00C31AA9-5071-884D-187B-77BE2D1B08C7}"/>
              </a:ext>
            </a:extLst>
          </p:cNvPr>
          <p:cNvPicPr>
            <a:picLocks noChangeAspect="1"/>
          </p:cNvPicPr>
          <p:nvPr/>
        </p:nvPicPr>
        <p:blipFill>
          <a:blip r:embed="rId3"/>
          <a:stretch>
            <a:fillRect/>
          </a:stretch>
        </p:blipFill>
        <p:spPr>
          <a:xfrm>
            <a:off x="581791" y="4422916"/>
            <a:ext cx="6307739" cy="525820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67"/>
          <p:cNvSpPr txBox="1">
            <a:spLocks noGrp="1"/>
          </p:cNvSpPr>
          <p:nvPr>
            <p:ph type="body" idx="1"/>
          </p:nvPr>
        </p:nvSpPr>
        <p:spPr>
          <a:xfrm>
            <a:off x="465150" y="524225"/>
            <a:ext cx="6842100" cy="1371300"/>
          </a:xfrm>
          <a:prstGeom prst="rect">
            <a:avLst/>
          </a:prstGeom>
        </p:spPr>
        <p:txBody>
          <a:bodyPr spcFirstLastPara="1" wrap="square" lIns="91425" tIns="91425" rIns="91425" bIns="91425" anchor="t" anchorCtr="0">
            <a:noAutofit/>
          </a:bodyPr>
          <a:lstStyle/>
          <a:p>
            <a:pPr marL="0" lvl="0" indent="0" eaLnBrk="0" fontAlgn="base" hangingPunct="0">
              <a:lnSpc>
                <a:spcPct val="100000"/>
              </a:lnSpc>
              <a:spcBef>
                <a:spcPct val="0"/>
              </a:spcBef>
              <a:spcAft>
                <a:spcPct val="0"/>
              </a:spcAft>
              <a:buClrTx/>
              <a:buSzTx/>
              <a:buFontTx/>
              <a:buChar char="•"/>
            </a:pPr>
            <a:r>
              <a:rPr lang="en" sz="2200" b="1" dirty="0">
                <a:solidFill>
                  <a:srgbClr val="525C65"/>
                </a:solidFill>
                <a:highlight>
                  <a:schemeClr val="lt1"/>
                </a:highlight>
                <a:latin typeface="Open Sans"/>
                <a:ea typeface="Open Sans"/>
                <a:cs typeface="Open Sans"/>
                <a:sym typeface="Open Sans"/>
              </a:rPr>
              <a:t>Explanation: I chose the t</a:t>
            </a:r>
            <a:r>
              <a:rPr lang="en-NG" altLang="en-NG" sz="2400" dirty="0">
                <a:solidFill>
                  <a:schemeClr val="tx1"/>
                </a:solidFill>
                <a:highlight>
                  <a:schemeClr val="lt1"/>
                </a:highlight>
                <a:latin typeface="Arial" panose="020B0604020202020204" pitchFamily="34" charset="0"/>
              </a:rPr>
              <a:t>he Registry MDM because it doesn’t store full master data copies. </a:t>
            </a:r>
            <a:r>
              <a:rPr lang="en-GB" altLang="en-NG" sz="2400" dirty="0">
                <a:solidFill>
                  <a:schemeClr val="tx1"/>
                </a:solidFill>
                <a:highlight>
                  <a:schemeClr val="lt1"/>
                </a:highlight>
                <a:latin typeface="Arial" panose="020B0604020202020204" pitchFamily="34" charset="0"/>
              </a:rPr>
              <a:t>I</a:t>
            </a:r>
            <a:r>
              <a:rPr lang="en-NG" altLang="en-NG" sz="2400" dirty="0">
                <a:solidFill>
                  <a:schemeClr val="tx1"/>
                </a:solidFill>
                <a:highlight>
                  <a:schemeClr val="lt1"/>
                </a:highlight>
                <a:latin typeface="Arial" panose="020B0604020202020204" pitchFamily="34" charset="0"/>
              </a:rPr>
              <a:t>t instead creates a </a:t>
            </a:r>
            <a:r>
              <a:rPr lang="en-NG" altLang="en-NG" sz="2400" b="1" dirty="0">
                <a:solidFill>
                  <a:schemeClr val="tx1"/>
                </a:solidFill>
                <a:highlight>
                  <a:schemeClr val="lt1"/>
                </a:highlight>
                <a:latin typeface="Arial" panose="020B0604020202020204" pitchFamily="34" charset="0"/>
              </a:rPr>
              <a:t>central reference index</a:t>
            </a:r>
            <a:r>
              <a:rPr lang="en-NG" altLang="en-NG" sz="2400" dirty="0">
                <a:solidFill>
                  <a:schemeClr val="tx1"/>
                </a:solidFill>
                <a:highlight>
                  <a:schemeClr val="lt1"/>
                </a:highlight>
                <a:latin typeface="Arial" panose="020B0604020202020204" pitchFamily="34" charset="0"/>
              </a:rPr>
              <a:t> that links records from the 5 different systems and identifies which system holds the “best version” of each piece of information.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85"/>
        <p:cNvGrpSpPr/>
        <p:nvPr/>
      </p:nvGrpSpPr>
      <p:grpSpPr>
        <a:xfrm>
          <a:off x="0" y="0"/>
          <a:ext cx="0" cy="0"/>
          <a:chOff x="0" y="0"/>
          <a:chExt cx="0" cy="0"/>
        </a:xfrm>
      </p:grpSpPr>
      <p:sp>
        <p:nvSpPr>
          <p:cNvPr id="286" name="Google Shape;286;p68"/>
          <p:cNvSpPr/>
          <p:nvPr/>
        </p:nvSpPr>
        <p:spPr>
          <a:xfrm>
            <a:off x="539850" y="4051175"/>
            <a:ext cx="66927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6</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Master Data Management</a:t>
            </a:r>
            <a:endParaRPr sz="3000">
              <a:solidFill>
                <a:srgbClr val="FFFFFF"/>
              </a:solidFill>
              <a:latin typeface="Open Sans"/>
              <a:ea typeface="Open Sans"/>
              <a:cs typeface="Open Sans"/>
              <a:sym typeface="Open Sans"/>
            </a:endParaRPr>
          </a:p>
          <a:p>
            <a:pPr marL="0" lvl="0" indent="0" algn="ctr" rtl="0">
              <a:lnSpc>
                <a:spcPct val="150000"/>
              </a:lnSpc>
              <a:spcBef>
                <a:spcPts val="0"/>
              </a:spcBef>
              <a:spcAft>
                <a:spcPts val="0"/>
              </a:spcAft>
              <a:buClr>
                <a:schemeClr val="lt1"/>
              </a:buClr>
              <a:buFont typeface="Open Sans"/>
              <a:buNone/>
            </a:pPr>
            <a:r>
              <a:rPr lang="en" sz="3000">
                <a:solidFill>
                  <a:schemeClr val="lt1"/>
                </a:solidFill>
                <a:latin typeface="Open Sans"/>
                <a:ea typeface="Open Sans"/>
                <a:cs typeface="Open Sans"/>
                <a:sym typeface="Open Sans"/>
              </a:rPr>
              <a:t>Part 2: Master Record</a:t>
            </a:r>
            <a:endParaRPr sz="3000">
              <a:solidFill>
                <a:srgbClr val="FFFFFF"/>
              </a:solidFill>
              <a:latin typeface="Open Sans"/>
              <a:ea typeface="Open Sans"/>
              <a:cs typeface="Open Sans"/>
              <a:sym typeface="Open Sans"/>
            </a:endParaRPr>
          </a:p>
        </p:txBody>
      </p:sp>
      <p:sp>
        <p:nvSpPr>
          <p:cNvPr id="287" name="Google Shape;287;p68"/>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69"/>
          <p:cNvSpPr txBox="1">
            <a:spLocks noGrp="1"/>
          </p:cNvSpPr>
          <p:nvPr>
            <p:ph type="body" idx="1"/>
          </p:nvPr>
        </p:nvSpPr>
        <p:spPr>
          <a:xfrm>
            <a:off x="432450" y="717975"/>
            <a:ext cx="6907500" cy="47778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1600" dirty="0">
                <a:solidFill>
                  <a:srgbClr val="525C65"/>
                </a:solidFill>
                <a:highlight>
                  <a:srgbClr val="FFFFFF"/>
                </a:highlight>
                <a:latin typeface="Open Sans"/>
                <a:ea typeface="Open Sans"/>
                <a:cs typeface="Open Sans"/>
                <a:sym typeface="Open Sans"/>
              </a:rPr>
              <a:t>In this step, you will define a set of </a:t>
            </a:r>
            <a:r>
              <a:rPr lang="en" sz="1600" b="1" dirty="0">
                <a:solidFill>
                  <a:srgbClr val="525C65"/>
                </a:solidFill>
                <a:highlight>
                  <a:srgbClr val="FFFFFF"/>
                </a:highlight>
                <a:latin typeface="Open Sans"/>
                <a:ea typeface="Open Sans"/>
                <a:cs typeface="Open Sans"/>
                <a:sym typeface="Open Sans"/>
              </a:rPr>
              <a:t>matching rules</a:t>
            </a:r>
            <a:r>
              <a:rPr lang="en" sz="1600" dirty="0">
                <a:solidFill>
                  <a:srgbClr val="525C65"/>
                </a:solidFill>
                <a:highlight>
                  <a:srgbClr val="FFFFFF"/>
                </a:highlight>
                <a:latin typeface="Open Sans"/>
                <a:ea typeface="Open Sans"/>
                <a:cs typeface="Open Sans"/>
                <a:sym typeface="Open Sans"/>
              </a:rPr>
              <a:t> that will be used by the </a:t>
            </a:r>
            <a:r>
              <a:rPr lang="en" sz="1600" dirty="0" err="1">
                <a:solidFill>
                  <a:srgbClr val="525C65"/>
                </a:solidFill>
                <a:highlight>
                  <a:srgbClr val="FFFFFF"/>
                </a:highlight>
                <a:latin typeface="Open Sans"/>
                <a:ea typeface="Open Sans"/>
                <a:cs typeface="Open Sans"/>
                <a:sym typeface="Open Sans"/>
              </a:rPr>
              <a:t>SneakerPark's</a:t>
            </a:r>
            <a:r>
              <a:rPr lang="en" sz="1600" dirty="0">
                <a:solidFill>
                  <a:srgbClr val="525C65"/>
                </a:solidFill>
                <a:highlight>
                  <a:srgbClr val="FFFFFF"/>
                </a:highlight>
                <a:latin typeface="Open Sans"/>
                <a:ea typeface="Open Sans"/>
                <a:cs typeface="Open Sans"/>
                <a:sym typeface="Open Sans"/>
              </a:rPr>
              <a:t> MDM Hub to match item and customer entities between the company's different systems.</a:t>
            </a:r>
            <a:endParaRPr sz="1600" dirty="0">
              <a:solidFill>
                <a:srgbClr val="525C65"/>
              </a:solidFill>
              <a:highlight>
                <a:srgbClr val="FFFFFF"/>
              </a:highlight>
              <a:latin typeface="Open Sans"/>
              <a:ea typeface="Open Sans"/>
              <a:cs typeface="Open Sans"/>
              <a:sym typeface="Open Sans"/>
            </a:endParaRPr>
          </a:p>
          <a:p>
            <a:pPr marL="0" lvl="0" indent="0" algn="just" rtl="0">
              <a:spcBef>
                <a:spcPts val="1600"/>
              </a:spcBef>
              <a:spcAft>
                <a:spcPts val="0"/>
              </a:spcAft>
              <a:buNone/>
            </a:pPr>
            <a:r>
              <a:rPr lang="en" sz="1600" b="1" dirty="0">
                <a:solidFill>
                  <a:srgbClr val="525C65"/>
                </a:solidFill>
                <a:highlight>
                  <a:srgbClr val="FFFFFF"/>
                </a:highlight>
                <a:latin typeface="Open Sans"/>
                <a:ea typeface="Open Sans"/>
                <a:cs typeface="Open Sans"/>
                <a:sym typeface="Open Sans"/>
              </a:rPr>
              <a:t>Please come up with 4 rules - 2 for Items and 2 for Customers </a:t>
            </a:r>
            <a:r>
              <a:rPr lang="en" sz="1600" dirty="0">
                <a:solidFill>
                  <a:srgbClr val="525C65"/>
                </a:solidFill>
                <a:highlight>
                  <a:srgbClr val="FFFFFF"/>
                </a:highlight>
                <a:latin typeface="Open Sans"/>
                <a:ea typeface="Open Sans"/>
                <a:cs typeface="Open Sans"/>
                <a:sym typeface="Open Sans"/>
              </a:rPr>
              <a:t>and list them below.</a:t>
            </a:r>
            <a:endParaRPr sz="1600" dirty="0">
              <a:solidFill>
                <a:srgbClr val="525C65"/>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0"/>
              </a:spcAft>
              <a:buNone/>
            </a:pPr>
            <a:endParaRPr sz="1600" dirty="0">
              <a:solidFill>
                <a:srgbClr val="525C65"/>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0"/>
              </a:spcAft>
              <a:buNone/>
            </a:pPr>
            <a:endParaRPr sz="1600" dirty="0">
              <a:solidFill>
                <a:srgbClr val="525C65"/>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0"/>
              </a:spcAft>
              <a:buNone/>
            </a:pPr>
            <a:endParaRPr sz="1600" dirty="0">
              <a:solidFill>
                <a:srgbClr val="525C65"/>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0"/>
              </a:spcAft>
              <a:buNone/>
            </a:pPr>
            <a:endParaRPr sz="1600" dirty="0">
              <a:solidFill>
                <a:srgbClr val="525C65"/>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0"/>
              </a:spcAft>
              <a:buNone/>
            </a:pPr>
            <a:endParaRPr sz="1600" dirty="0">
              <a:solidFill>
                <a:srgbClr val="525C65"/>
              </a:solidFill>
              <a:highlight>
                <a:srgbClr val="FFFFFF"/>
              </a:highlight>
              <a:latin typeface="Open Sans"/>
              <a:ea typeface="Open Sans"/>
              <a:cs typeface="Open Sans"/>
              <a:sym typeface="Open Sans"/>
            </a:endParaRPr>
          </a:p>
          <a:p>
            <a:pPr marL="0" marR="241300" lvl="0" indent="0" algn="just" rtl="0">
              <a:lnSpc>
                <a:spcPct val="170000"/>
              </a:lnSpc>
              <a:spcBef>
                <a:spcPts val="3800"/>
              </a:spcBef>
              <a:spcAft>
                <a:spcPts val="0"/>
              </a:spcAft>
              <a:buClr>
                <a:schemeClr val="dk1"/>
              </a:buClr>
              <a:buSzPts val="1100"/>
              <a:buFont typeface="Arial"/>
              <a:buNone/>
            </a:pPr>
            <a:endParaRPr sz="1400" dirty="0">
              <a:solidFill>
                <a:srgbClr val="525C65"/>
              </a:solidFill>
              <a:highlight>
                <a:srgbClr val="FFFFFF"/>
              </a:highlight>
              <a:latin typeface="Open Sans"/>
              <a:ea typeface="Open Sans"/>
              <a:cs typeface="Open Sans"/>
              <a:sym typeface="Open Sans"/>
            </a:endParaRPr>
          </a:p>
          <a:p>
            <a:pPr marL="241300" marR="241300" lvl="0" indent="0" algn="just" rtl="0">
              <a:lnSpc>
                <a:spcPct val="170000"/>
              </a:lnSpc>
              <a:spcBef>
                <a:spcPts val="3800"/>
              </a:spcBef>
              <a:spcAft>
                <a:spcPts val="0"/>
              </a:spcAft>
              <a:buClr>
                <a:schemeClr val="dk1"/>
              </a:buClr>
              <a:buSzPts val="1100"/>
              <a:buFont typeface="Arial"/>
              <a:buNone/>
            </a:pPr>
            <a:endParaRPr sz="1600" dirty="0">
              <a:solidFill>
                <a:srgbClr val="525C65"/>
              </a:solidFill>
              <a:highlight>
                <a:srgbClr val="FFFFFF"/>
              </a:highlight>
              <a:latin typeface="Open Sans"/>
              <a:ea typeface="Open Sans"/>
              <a:cs typeface="Open Sans"/>
              <a:sym typeface="Open Sans"/>
            </a:endParaRPr>
          </a:p>
          <a:p>
            <a:pPr marL="0" lvl="0" indent="0" algn="just" rtl="0">
              <a:spcBef>
                <a:spcPts val="0"/>
              </a:spcBef>
              <a:spcAft>
                <a:spcPts val="0"/>
              </a:spcAft>
              <a:buNone/>
            </a:pPr>
            <a:endParaRPr sz="1600" dirty="0">
              <a:solidFill>
                <a:srgbClr val="525C65"/>
              </a:solidFill>
              <a:highlight>
                <a:srgbClr val="FFFFFF"/>
              </a:highlight>
              <a:latin typeface="Open Sans"/>
              <a:ea typeface="Open Sans"/>
              <a:cs typeface="Open Sans"/>
              <a:sym typeface="Open Sans"/>
            </a:endParaRPr>
          </a:p>
          <a:p>
            <a:pPr marL="0" lvl="0" indent="0" algn="just" rtl="0">
              <a:spcBef>
                <a:spcPts val="1600"/>
              </a:spcBef>
              <a:spcAft>
                <a:spcPts val="0"/>
              </a:spcAft>
              <a:buNone/>
            </a:pPr>
            <a:endParaRPr sz="1600" dirty="0">
              <a:solidFill>
                <a:srgbClr val="525C65"/>
              </a:solidFill>
              <a:highlight>
                <a:srgbClr val="FFFFFF"/>
              </a:highlight>
              <a:latin typeface="Open Sans"/>
              <a:ea typeface="Open Sans"/>
              <a:cs typeface="Open Sans"/>
              <a:sym typeface="Open Sans"/>
            </a:endParaRPr>
          </a:p>
          <a:p>
            <a:pPr marL="0" lvl="0" indent="0" algn="just" rtl="0">
              <a:spcBef>
                <a:spcPts val="1600"/>
              </a:spcBef>
              <a:spcAft>
                <a:spcPts val="1600"/>
              </a:spcAft>
              <a:buNone/>
            </a:pPr>
            <a:endParaRPr sz="1600" dirty="0">
              <a:solidFill>
                <a:srgbClr val="525C65"/>
              </a:solidFill>
              <a:highlight>
                <a:srgbClr val="FFFFFF"/>
              </a:highlight>
              <a:latin typeface="Open Sans"/>
              <a:ea typeface="Open Sans"/>
              <a:cs typeface="Open Sans"/>
              <a:sym typeface="Open Sans"/>
            </a:endParaRPr>
          </a:p>
        </p:txBody>
      </p:sp>
      <p:graphicFrame>
        <p:nvGraphicFramePr>
          <p:cNvPr id="2" name="Table 1">
            <a:extLst>
              <a:ext uri="{FF2B5EF4-FFF2-40B4-BE49-F238E27FC236}">
                <a16:creationId xmlns:a16="http://schemas.microsoft.com/office/drawing/2014/main" id="{3D322082-3E04-3B9A-AD7C-A30CCAA97076}"/>
              </a:ext>
            </a:extLst>
          </p:cNvPr>
          <p:cNvGraphicFramePr>
            <a:graphicFrameLocks noGrp="1"/>
          </p:cNvGraphicFramePr>
          <p:nvPr>
            <p:extLst>
              <p:ext uri="{D42A27DB-BD31-4B8C-83A1-F6EECF244321}">
                <p14:modId xmlns:p14="http://schemas.microsoft.com/office/powerpoint/2010/main" val="2242268315"/>
              </p:ext>
            </p:extLst>
          </p:nvPr>
        </p:nvGraphicFramePr>
        <p:xfrm>
          <a:off x="583324" y="3219132"/>
          <a:ext cx="6258910" cy="4522470"/>
        </p:xfrm>
        <a:graphic>
          <a:graphicData uri="http://schemas.openxmlformats.org/drawingml/2006/table">
            <a:tbl>
              <a:tblPr>
                <a:tableStyleId>{306799F8-075E-4A3A-A7F6-7FBC6576F1A4}</a:tableStyleId>
              </a:tblPr>
              <a:tblGrid>
                <a:gridCol w="2026197">
                  <a:extLst>
                    <a:ext uri="{9D8B030D-6E8A-4147-A177-3AD203B41FA5}">
                      <a16:colId xmlns:a16="http://schemas.microsoft.com/office/drawing/2014/main" val="2154300384"/>
                    </a:ext>
                  </a:extLst>
                </a:gridCol>
                <a:gridCol w="4232713">
                  <a:extLst>
                    <a:ext uri="{9D8B030D-6E8A-4147-A177-3AD203B41FA5}">
                      <a16:colId xmlns:a16="http://schemas.microsoft.com/office/drawing/2014/main" val="3735385549"/>
                    </a:ext>
                  </a:extLst>
                </a:gridCol>
              </a:tblGrid>
              <a:tr h="398145">
                <a:tc>
                  <a:txBody>
                    <a:bodyPr/>
                    <a:lstStyle/>
                    <a:p>
                      <a:pPr>
                        <a:buNone/>
                      </a:pPr>
                      <a:r>
                        <a:rPr lang="en-GB" b="1">
                          <a:solidFill>
                            <a:srgbClr val="FFFFFF"/>
                          </a:solidFill>
                          <a:effectLst/>
                        </a:rPr>
                        <a:t>Table</a:t>
                      </a:r>
                      <a:endParaRPr lang="en-GB">
                        <a:effectLst/>
                      </a:endParaRPr>
                    </a:p>
                  </a:txBody>
                  <a:tcPr marL="34290" marR="34290" marT="34290" marB="34290"/>
                </a:tc>
                <a:tc>
                  <a:txBody>
                    <a:bodyPr/>
                    <a:lstStyle/>
                    <a:p>
                      <a:pPr>
                        <a:buNone/>
                      </a:pPr>
                      <a:r>
                        <a:rPr lang="en-GB" b="1">
                          <a:solidFill>
                            <a:srgbClr val="FFFFFF"/>
                          </a:solidFill>
                          <a:effectLst/>
                        </a:rPr>
                        <a:t>Rules</a:t>
                      </a:r>
                      <a:endParaRPr lang="en-GB">
                        <a:effectLst/>
                      </a:endParaRPr>
                    </a:p>
                  </a:txBody>
                  <a:tcPr marL="34290" marR="34290" marT="34290" marB="34290"/>
                </a:tc>
                <a:extLst>
                  <a:ext uri="{0D108BD9-81ED-4DB2-BD59-A6C34878D82A}">
                    <a16:rowId xmlns:a16="http://schemas.microsoft.com/office/drawing/2014/main" val="1363113193"/>
                  </a:ext>
                </a:extLst>
              </a:tr>
              <a:tr h="617220">
                <a:tc>
                  <a:txBody>
                    <a:bodyPr/>
                    <a:lstStyle/>
                    <a:p>
                      <a:pPr>
                        <a:buNone/>
                      </a:pPr>
                      <a:r>
                        <a:rPr lang="en-GB" dirty="0">
                          <a:solidFill>
                            <a:srgbClr val="000000"/>
                          </a:solidFill>
                          <a:effectLst/>
                        </a:rPr>
                        <a:t>Customer</a:t>
                      </a:r>
                      <a:endParaRPr lang="en-GB" dirty="0">
                        <a:effectLst/>
                      </a:endParaRPr>
                    </a:p>
                  </a:txBody>
                  <a:tcPr marL="34290" marR="34290" marT="34290" marB="34290"/>
                </a:tc>
                <a:tc>
                  <a:txBody>
                    <a:bodyPr/>
                    <a:lstStyle/>
                    <a:p>
                      <a:pPr>
                        <a:buNone/>
                      </a:pPr>
                      <a:r>
                        <a:rPr lang="en-GB" dirty="0">
                          <a:solidFill>
                            <a:srgbClr val="000000"/>
                          </a:solidFill>
                          <a:effectLst/>
                        </a:rPr>
                        <a:t>Email and </a:t>
                      </a:r>
                      <a:r>
                        <a:rPr lang="en-GB" dirty="0" err="1">
                          <a:solidFill>
                            <a:srgbClr val="000000"/>
                          </a:solidFill>
                          <a:effectLst/>
                        </a:rPr>
                        <a:t>OrderID</a:t>
                      </a:r>
                      <a:r>
                        <a:rPr lang="en-GB" dirty="0">
                          <a:solidFill>
                            <a:srgbClr val="000000"/>
                          </a:solidFill>
                          <a:effectLst/>
                        </a:rPr>
                        <a:t>. Match </a:t>
                      </a:r>
                    </a:p>
                    <a:p>
                      <a:pPr>
                        <a:buNone/>
                      </a:pPr>
                      <a:endParaRPr lang="en-GB" dirty="0">
                        <a:solidFill>
                          <a:srgbClr val="000000"/>
                        </a:solidFill>
                        <a:effectLst/>
                      </a:endParaRPr>
                    </a:p>
                    <a:p>
                      <a:pPr>
                        <a:buNone/>
                      </a:pPr>
                      <a:r>
                        <a:rPr lang="en-GB" dirty="0" err="1">
                          <a:solidFill>
                            <a:srgbClr val="000000"/>
                          </a:solidFill>
                          <a:effectLst/>
                        </a:rPr>
                        <a:t>UserID</a:t>
                      </a:r>
                      <a:r>
                        <a:rPr lang="en-GB" dirty="0">
                          <a:solidFill>
                            <a:srgbClr val="000000"/>
                          </a:solidFill>
                          <a:effectLst/>
                        </a:rPr>
                        <a:t> records on the Email from Users and </a:t>
                      </a:r>
                      <a:r>
                        <a:rPr lang="en-GB" dirty="0" err="1">
                          <a:solidFill>
                            <a:srgbClr val="000000"/>
                          </a:solidFill>
                          <a:effectLst/>
                        </a:rPr>
                        <a:t>OrderID</a:t>
                      </a:r>
                      <a:r>
                        <a:rPr lang="en-GB" dirty="0">
                          <a:solidFill>
                            <a:srgbClr val="000000"/>
                          </a:solidFill>
                          <a:effectLst/>
                        </a:rPr>
                        <a:t> from </a:t>
                      </a:r>
                      <a:r>
                        <a:rPr lang="en-GB" dirty="0" err="1">
                          <a:solidFill>
                            <a:srgbClr val="000000"/>
                          </a:solidFill>
                          <a:effectLst/>
                        </a:rPr>
                        <a:t>CustServiceRequests</a:t>
                      </a:r>
                      <a:r>
                        <a:rPr lang="en-GB" dirty="0">
                          <a:solidFill>
                            <a:srgbClr val="000000"/>
                          </a:solidFill>
                          <a:effectLst/>
                        </a:rPr>
                        <a:t>.</a:t>
                      </a:r>
                      <a:endParaRPr lang="en-GB" dirty="0">
                        <a:effectLst/>
                      </a:endParaRPr>
                    </a:p>
                  </a:txBody>
                  <a:tcPr marL="34290" marR="34290" marT="34290" marB="34290"/>
                </a:tc>
                <a:extLst>
                  <a:ext uri="{0D108BD9-81ED-4DB2-BD59-A6C34878D82A}">
                    <a16:rowId xmlns:a16="http://schemas.microsoft.com/office/drawing/2014/main" val="1661694414"/>
                  </a:ext>
                </a:extLst>
              </a:tr>
              <a:tr h="617220">
                <a:tc>
                  <a:txBody>
                    <a:bodyPr/>
                    <a:lstStyle/>
                    <a:p>
                      <a:pPr>
                        <a:buNone/>
                      </a:pPr>
                      <a:r>
                        <a:rPr lang="en-GB">
                          <a:solidFill>
                            <a:srgbClr val="000000"/>
                          </a:solidFill>
                          <a:effectLst/>
                        </a:rPr>
                        <a:t>Customer</a:t>
                      </a:r>
                      <a:endParaRPr lang="en-GB">
                        <a:effectLst/>
                      </a:endParaRPr>
                    </a:p>
                  </a:txBody>
                  <a:tcPr marL="34290" marR="34290" marT="34290" marB="34290"/>
                </a:tc>
                <a:tc>
                  <a:txBody>
                    <a:bodyPr/>
                    <a:lstStyle/>
                    <a:p>
                      <a:pPr>
                        <a:buNone/>
                      </a:pPr>
                      <a:r>
                        <a:rPr lang="en-GB" dirty="0">
                          <a:solidFill>
                            <a:srgbClr val="000000"/>
                          </a:solidFill>
                          <a:effectLst/>
                        </a:rPr>
                        <a:t>LastName, </a:t>
                      </a:r>
                      <a:r>
                        <a:rPr lang="en-GB" dirty="0" err="1">
                          <a:solidFill>
                            <a:srgbClr val="000000"/>
                          </a:solidFill>
                          <a:effectLst/>
                        </a:rPr>
                        <a:t>CreditCardNumber</a:t>
                      </a:r>
                      <a:r>
                        <a:rPr lang="en-GB" dirty="0">
                          <a:solidFill>
                            <a:srgbClr val="000000"/>
                          </a:solidFill>
                          <a:effectLst/>
                        </a:rPr>
                        <a:t> </a:t>
                      </a:r>
                      <a:r>
                        <a:rPr lang="en-GB" dirty="0" err="1">
                          <a:solidFill>
                            <a:srgbClr val="000000"/>
                          </a:solidFill>
                          <a:effectLst/>
                        </a:rPr>
                        <a:t>CreditCardExpirationdate</a:t>
                      </a:r>
                      <a:r>
                        <a:rPr lang="en-GB" dirty="0">
                          <a:solidFill>
                            <a:srgbClr val="000000"/>
                          </a:solidFill>
                          <a:effectLst/>
                        </a:rPr>
                        <a:t>. Match </a:t>
                      </a:r>
                    </a:p>
                    <a:p>
                      <a:pPr>
                        <a:buNone/>
                      </a:pPr>
                      <a:endParaRPr lang="en-GB" dirty="0">
                        <a:solidFill>
                          <a:srgbClr val="000000"/>
                        </a:solidFill>
                        <a:effectLst/>
                      </a:endParaRPr>
                    </a:p>
                    <a:p>
                      <a:pPr>
                        <a:buNone/>
                      </a:pPr>
                      <a:r>
                        <a:rPr lang="en-GB" dirty="0" err="1">
                          <a:solidFill>
                            <a:srgbClr val="000000"/>
                          </a:solidFill>
                          <a:effectLst/>
                        </a:rPr>
                        <a:t>UserID</a:t>
                      </a:r>
                      <a:r>
                        <a:rPr lang="en-GB" dirty="0">
                          <a:solidFill>
                            <a:srgbClr val="000000"/>
                          </a:solidFill>
                          <a:effectLst/>
                        </a:rPr>
                        <a:t> records on the LastName of Users and </a:t>
                      </a:r>
                      <a:r>
                        <a:rPr lang="en-GB" dirty="0" err="1">
                          <a:solidFill>
                            <a:srgbClr val="000000"/>
                          </a:solidFill>
                          <a:effectLst/>
                        </a:rPr>
                        <a:t>CreditCardNumber</a:t>
                      </a:r>
                      <a:r>
                        <a:rPr lang="en-GB" dirty="0">
                          <a:solidFill>
                            <a:srgbClr val="000000"/>
                          </a:solidFill>
                          <a:effectLst/>
                        </a:rPr>
                        <a:t> and </a:t>
                      </a:r>
                      <a:r>
                        <a:rPr lang="en-GB" dirty="0" err="1">
                          <a:solidFill>
                            <a:srgbClr val="000000"/>
                          </a:solidFill>
                          <a:effectLst/>
                        </a:rPr>
                        <a:t>CreditCardExpirationDate</a:t>
                      </a:r>
                      <a:r>
                        <a:rPr lang="en-GB" dirty="0">
                          <a:solidFill>
                            <a:srgbClr val="000000"/>
                          </a:solidFill>
                          <a:effectLst/>
                        </a:rPr>
                        <a:t> from </a:t>
                      </a:r>
                      <a:r>
                        <a:rPr lang="en-GB" dirty="0" err="1">
                          <a:solidFill>
                            <a:srgbClr val="000000"/>
                          </a:solidFill>
                          <a:effectLst/>
                        </a:rPr>
                        <a:t>CreditCards</a:t>
                      </a:r>
                      <a:r>
                        <a:rPr lang="en-GB" dirty="0">
                          <a:solidFill>
                            <a:srgbClr val="000000"/>
                          </a:solidFill>
                          <a:effectLst/>
                        </a:rPr>
                        <a:t>.</a:t>
                      </a:r>
                      <a:endParaRPr lang="en-GB" dirty="0">
                        <a:effectLst/>
                      </a:endParaRPr>
                    </a:p>
                  </a:txBody>
                  <a:tcPr marL="34290" marR="34290" marT="34290" marB="34290"/>
                </a:tc>
                <a:extLst>
                  <a:ext uri="{0D108BD9-81ED-4DB2-BD59-A6C34878D82A}">
                    <a16:rowId xmlns:a16="http://schemas.microsoft.com/office/drawing/2014/main" val="3992608548"/>
                  </a:ext>
                </a:extLst>
              </a:tr>
              <a:tr h="617220">
                <a:tc>
                  <a:txBody>
                    <a:bodyPr/>
                    <a:lstStyle/>
                    <a:p>
                      <a:pPr>
                        <a:buNone/>
                      </a:pPr>
                      <a:r>
                        <a:rPr lang="en-GB" dirty="0">
                          <a:solidFill>
                            <a:srgbClr val="000000"/>
                          </a:solidFill>
                          <a:effectLst/>
                        </a:rPr>
                        <a:t>Item</a:t>
                      </a:r>
                      <a:endParaRPr lang="en-GB" dirty="0">
                        <a:effectLst/>
                      </a:endParaRPr>
                    </a:p>
                  </a:txBody>
                  <a:tcPr marL="34290" marR="34290" marT="34290" marB="34290"/>
                </a:tc>
                <a:tc>
                  <a:txBody>
                    <a:bodyPr/>
                    <a:lstStyle/>
                    <a:p>
                      <a:pPr>
                        <a:buNone/>
                      </a:pPr>
                      <a:r>
                        <a:rPr lang="en-GB" dirty="0">
                          <a:solidFill>
                            <a:srgbClr val="000000"/>
                          </a:solidFill>
                          <a:effectLst/>
                        </a:rPr>
                        <a:t>Same </a:t>
                      </a:r>
                      <a:r>
                        <a:rPr lang="en-GB" dirty="0" err="1">
                          <a:solidFill>
                            <a:srgbClr val="000000"/>
                          </a:solidFill>
                          <a:effectLst/>
                        </a:rPr>
                        <a:t>ItemName</a:t>
                      </a:r>
                      <a:r>
                        <a:rPr lang="en-GB" dirty="0">
                          <a:solidFill>
                            <a:srgbClr val="000000"/>
                          </a:solidFill>
                          <a:effectLst/>
                        </a:rPr>
                        <a:t> &amp; </a:t>
                      </a:r>
                      <a:r>
                        <a:rPr lang="en-GB" dirty="0" err="1">
                          <a:solidFill>
                            <a:srgbClr val="000000"/>
                          </a:solidFill>
                          <a:effectLst/>
                        </a:rPr>
                        <a:t>SellerID</a:t>
                      </a:r>
                      <a:r>
                        <a:rPr lang="en-GB" dirty="0">
                          <a:solidFill>
                            <a:srgbClr val="000000"/>
                          </a:solidFill>
                          <a:effectLst/>
                        </a:rPr>
                        <a:t>. Match </a:t>
                      </a:r>
                    </a:p>
                    <a:p>
                      <a:pPr>
                        <a:buNone/>
                      </a:pPr>
                      <a:endParaRPr lang="en-GB" dirty="0">
                        <a:solidFill>
                          <a:srgbClr val="000000"/>
                        </a:solidFill>
                        <a:effectLst/>
                      </a:endParaRPr>
                    </a:p>
                    <a:p>
                      <a:pPr>
                        <a:buNone/>
                      </a:pPr>
                      <a:r>
                        <a:rPr lang="en-GB" dirty="0" err="1">
                          <a:solidFill>
                            <a:srgbClr val="000000"/>
                          </a:solidFill>
                          <a:effectLst/>
                        </a:rPr>
                        <a:t>ItemID</a:t>
                      </a:r>
                      <a:r>
                        <a:rPr lang="en-GB" dirty="0">
                          <a:solidFill>
                            <a:srgbClr val="000000"/>
                          </a:solidFill>
                          <a:effectLst/>
                        </a:rPr>
                        <a:t> records on the </a:t>
                      </a:r>
                      <a:r>
                        <a:rPr lang="en-GB" dirty="0" err="1">
                          <a:solidFill>
                            <a:srgbClr val="000000"/>
                          </a:solidFill>
                          <a:effectLst/>
                        </a:rPr>
                        <a:t>ItemName</a:t>
                      </a:r>
                      <a:r>
                        <a:rPr lang="en-GB" dirty="0">
                          <a:solidFill>
                            <a:srgbClr val="000000"/>
                          </a:solidFill>
                          <a:effectLst/>
                        </a:rPr>
                        <a:t> from Item &amp; </a:t>
                      </a:r>
                      <a:r>
                        <a:rPr lang="en-GB" dirty="0" err="1">
                          <a:solidFill>
                            <a:srgbClr val="000000"/>
                          </a:solidFill>
                          <a:effectLst/>
                        </a:rPr>
                        <a:t>SellerID</a:t>
                      </a:r>
                      <a:r>
                        <a:rPr lang="en-GB" dirty="0">
                          <a:solidFill>
                            <a:srgbClr val="000000"/>
                          </a:solidFill>
                          <a:effectLst/>
                        </a:rPr>
                        <a:t> from Listings.</a:t>
                      </a:r>
                      <a:endParaRPr lang="en-GB" dirty="0">
                        <a:effectLst/>
                      </a:endParaRPr>
                    </a:p>
                  </a:txBody>
                  <a:tcPr marL="34290" marR="34290" marT="34290" marB="34290"/>
                </a:tc>
                <a:extLst>
                  <a:ext uri="{0D108BD9-81ED-4DB2-BD59-A6C34878D82A}">
                    <a16:rowId xmlns:a16="http://schemas.microsoft.com/office/drawing/2014/main" val="3254567528"/>
                  </a:ext>
                </a:extLst>
              </a:tr>
              <a:tr h="931545">
                <a:tc>
                  <a:txBody>
                    <a:bodyPr/>
                    <a:lstStyle/>
                    <a:p>
                      <a:pPr>
                        <a:buNone/>
                      </a:pPr>
                      <a:r>
                        <a:rPr lang="en-GB">
                          <a:solidFill>
                            <a:srgbClr val="000000"/>
                          </a:solidFill>
                          <a:effectLst/>
                        </a:rPr>
                        <a:t>Item</a:t>
                      </a:r>
                      <a:endParaRPr lang="en-GB">
                        <a:effectLst/>
                      </a:endParaRPr>
                    </a:p>
                  </a:txBody>
                  <a:tcPr marL="34290" marR="34290" marT="34290" marB="34290"/>
                </a:tc>
                <a:tc>
                  <a:txBody>
                    <a:bodyPr/>
                    <a:lstStyle/>
                    <a:p>
                      <a:pPr>
                        <a:buNone/>
                      </a:pPr>
                      <a:r>
                        <a:rPr lang="en-GB" dirty="0" err="1">
                          <a:solidFill>
                            <a:srgbClr val="000000"/>
                          </a:solidFill>
                          <a:effectLst/>
                        </a:rPr>
                        <a:t>BrandName</a:t>
                      </a:r>
                      <a:r>
                        <a:rPr lang="en-GB" dirty="0">
                          <a:solidFill>
                            <a:srgbClr val="000000"/>
                          </a:solidFill>
                          <a:effectLst/>
                        </a:rPr>
                        <a:t>, </a:t>
                      </a:r>
                      <a:r>
                        <a:rPr lang="en-GB" dirty="0" err="1">
                          <a:solidFill>
                            <a:srgbClr val="000000"/>
                          </a:solidFill>
                          <a:effectLst/>
                        </a:rPr>
                        <a:t>ArrivalDate</a:t>
                      </a:r>
                      <a:r>
                        <a:rPr lang="en-GB" dirty="0">
                          <a:solidFill>
                            <a:srgbClr val="000000"/>
                          </a:solidFill>
                          <a:effectLst/>
                        </a:rPr>
                        <a:t>, </a:t>
                      </a:r>
                      <a:r>
                        <a:rPr lang="en-GB" dirty="0" err="1">
                          <a:solidFill>
                            <a:srgbClr val="000000"/>
                          </a:solidFill>
                          <a:effectLst/>
                        </a:rPr>
                        <a:t>SellerID</a:t>
                      </a:r>
                      <a:r>
                        <a:rPr lang="en-GB" dirty="0">
                          <a:solidFill>
                            <a:srgbClr val="000000"/>
                          </a:solidFill>
                          <a:effectLst/>
                        </a:rPr>
                        <a:t>. Match </a:t>
                      </a:r>
                    </a:p>
                    <a:p>
                      <a:pPr>
                        <a:buNone/>
                      </a:pPr>
                      <a:endParaRPr lang="en-GB" dirty="0">
                        <a:solidFill>
                          <a:srgbClr val="000000"/>
                        </a:solidFill>
                        <a:effectLst/>
                      </a:endParaRPr>
                    </a:p>
                    <a:p>
                      <a:pPr>
                        <a:buNone/>
                      </a:pPr>
                      <a:r>
                        <a:rPr lang="en-GB" dirty="0" err="1">
                          <a:solidFill>
                            <a:srgbClr val="000000"/>
                          </a:solidFill>
                          <a:effectLst/>
                        </a:rPr>
                        <a:t>ItemID</a:t>
                      </a:r>
                      <a:r>
                        <a:rPr lang="en-GB" dirty="0">
                          <a:solidFill>
                            <a:srgbClr val="000000"/>
                          </a:solidFill>
                          <a:effectLst/>
                        </a:rPr>
                        <a:t> records on the Brand Name and Arrival Date from Item and Seller ID from Listings.</a:t>
                      </a:r>
                      <a:endParaRPr lang="en-GB" dirty="0">
                        <a:effectLst/>
                      </a:endParaRPr>
                    </a:p>
                  </a:txBody>
                  <a:tcPr marL="34290" marR="34290" marT="34290" marB="34290"/>
                </a:tc>
                <a:extLst>
                  <a:ext uri="{0D108BD9-81ED-4DB2-BD59-A6C34878D82A}">
                    <a16:rowId xmlns:a16="http://schemas.microsoft.com/office/drawing/2014/main" val="2398276762"/>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2B4E5"/>
        </a:solidFill>
        <a:effectLst/>
      </p:bgPr>
    </p:bg>
    <p:spTree>
      <p:nvGrpSpPr>
        <p:cNvPr id="1" name="Shape 296"/>
        <p:cNvGrpSpPr/>
        <p:nvPr/>
      </p:nvGrpSpPr>
      <p:grpSpPr>
        <a:xfrm>
          <a:off x="0" y="0"/>
          <a:ext cx="0" cy="0"/>
          <a:chOff x="0" y="0"/>
          <a:chExt cx="0" cy="0"/>
        </a:xfrm>
      </p:grpSpPr>
      <p:sp>
        <p:nvSpPr>
          <p:cNvPr id="297" name="Google Shape;297;p70"/>
          <p:cNvSpPr/>
          <p:nvPr/>
        </p:nvSpPr>
        <p:spPr>
          <a:xfrm>
            <a:off x="3582591" y="3663029"/>
            <a:ext cx="607200" cy="74400"/>
          </a:xfrm>
          <a:prstGeom prst="rect">
            <a:avLst/>
          </a:prstGeom>
          <a:solidFill>
            <a:schemeClr val="lt1"/>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02B4E5"/>
              </a:solidFill>
              <a:latin typeface="Helvetica Neue"/>
              <a:ea typeface="Helvetica Neue"/>
              <a:cs typeface="Helvetica Neue"/>
              <a:sym typeface="Helvetica Neue"/>
            </a:endParaRPr>
          </a:p>
        </p:txBody>
      </p:sp>
      <p:sp>
        <p:nvSpPr>
          <p:cNvPr id="298" name="Google Shape;298;p70"/>
          <p:cNvSpPr/>
          <p:nvPr/>
        </p:nvSpPr>
        <p:spPr>
          <a:xfrm>
            <a:off x="1422750" y="4013075"/>
            <a:ext cx="4926900" cy="2460000"/>
          </a:xfrm>
          <a:prstGeom prst="rect">
            <a:avLst/>
          </a:prstGeom>
          <a:noFill/>
          <a:ln>
            <a:noFill/>
          </a:ln>
        </p:spPr>
        <p:txBody>
          <a:bodyPr spcFirstLastPara="1" wrap="square" lIns="26775" tIns="26775" rIns="26775" bIns="26775" anchor="t" anchorCtr="0">
            <a:noAutofit/>
          </a:bodyPr>
          <a:lstStyle/>
          <a:p>
            <a:pPr marL="0" marR="0" lvl="0" indent="0" algn="ctr" rtl="0">
              <a:lnSpc>
                <a:spcPct val="150000"/>
              </a:lnSpc>
              <a:spcBef>
                <a:spcPts val="0"/>
              </a:spcBef>
              <a:spcAft>
                <a:spcPts val="0"/>
              </a:spcAft>
              <a:buClr>
                <a:srgbClr val="FFFFFF"/>
              </a:buClr>
              <a:buFont typeface="Open Sans"/>
              <a:buNone/>
            </a:pPr>
            <a:r>
              <a:rPr lang="en" sz="3000" b="1">
                <a:solidFill>
                  <a:srgbClr val="FFFFFF"/>
                </a:solidFill>
                <a:latin typeface="Open Sans"/>
                <a:ea typeface="Open Sans"/>
                <a:cs typeface="Open Sans"/>
                <a:sym typeface="Open Sans"/>
              </a:rPr>
              <a:t>Step 7</a:t>
            </a:r>
            <a:endParaRPr sz="3000" b="1">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Data Governance:</a:t>
            </a:r>
            <a:endParaRPr sz="3000">
              <a:solidFill>
                <a:srgbClr val="FFFFFF"/>
              </a:solidFill>
              <a:latin typeface="Open Sans"/>
              <a:ea typeface="Open Sans"/>
              <a:cs typeface="Open Sans"/>
              <a:sym typeface="Open Sans"/>
            </a:endParaRPr>
          </a:p>
          <a:p>
            <a:pPr marL="0" marR="0" lvl="0" indent="0" algn="ctr" rtl="0">
              <a:lnSpc>
                <a:spcPct val="150000"/>
              </a:lnSpc>
              <a:spcBef>
                <a:spcPts val="0"/>
              </a:spcBef>
              <a:spcAft>
                <a:spcPts val="0"/>
              </a:spcAft>
              <a:buClr>
                <a:srgbClr val="FFFFFF"/>
              </a:buClr>
              <a:buFont typeface="Open Sans"/>
              <a:buNone/>
            </a:pPr>
            <a:r>
              <a:rPr lang="en" sz="3000">
                <a:solidFill>
                  <a:srgbClr val="FFFFFF"/>
                </a:solidFill>
                <a:latin typeface="Open Sans"/>
                <a:ea typeface="Open Sans"/>
                <a:cs typeface="Open Sans"/>
                <a:sym typeface="Open Sans"/>
              </a:rPr>
              <a:t>Roles and Responsibilities</a:t>
            </a:r>
            <a:endParaRPr sz="3000">
              <a:solidFill>
                <a:srgbClr val="FFFFFF"/>
              </a:solidFill>
              <a:latin typeface="Open Sans"/>
              <a:ea typeface="Open Sans"/>
              <a:cs typeface="Open Sans"/>
              <a:sym typeface="Open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71"/>
          <p:cNvSpPr txBox="1"/>
          <p:nvPr/>
        </p:nvSpPr>
        <p:spPr>
          <a:xfrm>
            <a:off x="457200" y="447675"/>
            <a:ext cx="6842100" cy="1152600"/>
          </a:xfrm>
          <a:prstGeom prst="rect">
            <a:avLst/>
          </a:prstGeom>
          <a:noFill/>
          <a:ln>
            <a:noFill/>
          </a:ln>
        </p:spPr>
        <p:txBody>
          <a:bodyPr spcFirstLastPara="1" wrap="square" lIns="91425" tIns="91425" rIns="91425" bIns="91425" anchor="t" anchorCtr="0">
            <a:noAutofit/>
          </a:bodyPr>
          <a:lstStyle/>
          <a:p>
            <a:pPr marL="0" lvl="0" indent="0" algn="just" rtl="0">
              <a:lnSpc>
                <a:spcPct val="170000"/>
              </a:lnSpc>
              <a:spcBef>
                <a:spcPts val="0"/>
              </a:spcBef>
              <a:spcAft>
                <a:spcPts val="0"/>
              </a:spcAft>
              <a:buNone/>
            </a:pPr>
            <a:r>
              <a:rPr lang="en" sz="1600" dirty="0">
                <a:solidFill>
                  <a:srgbClr val="525C65"/>
                </a:solidFill>
                <a:highlight>
                  <a:srgbClr val="FFFFFF"/>
                </a:highlight>
                <a:latin typeface="Open Sans"/>
                <a:ea typeface="Open Sans"/>
                <a:cs typeface="Open Sans"/>
                <a:sym typeface="Open Sans"/>
              </a:rPr>
              <a:t>Write 1-2 paragraphs discussing what </a:t>
            </a:r>
            <a:r>
              <a:rPr lang="en" sz="1600" b="1" dirty="0">
                <a:solidFill>
                  <a:srgbClr val="525C65"/>
                </a:solidFill>
                <a:highlight>
                  <a:srgbClr val="FFFFFF"/>
                </a:highlight>
                <a:latin typeface="Open Sans"/>
                <a:ea typeface="Open Sans"/>
                <a:cs typeface="Open Sans"/>
                <a:sym typeface="Open Sans"/>
              </a:rPr>
              <a:t>data governance roles and responsibilities</a:t>
            </a:r>
            <a:r>
              <a:rPr lang="en" sz="1600" dirty="0">
                <a:solidFill>
                  <a:srgbClr val="525C65"/>
                </a:solidFill>
                <a:highlight>
                  <a:srgbClr val="FFFFFF"/>
                </a:highlight>
                <a:latin typeface="Open Sans"/>
                <a:ea typeface="Open Sans"/>
                <a:cs typeface="Open Sans"/>
                <a:sym typeface="Open Sans"/>
              </a:rPr>
              <a:t> will be necessary to oversee this new Data Management initiative. Please be sure to discuss the responsibilities in the context of at </a:t>
            </a:r>
            <a:r>
              <a:rPr lang="en" sz="1600" b="1" dirty="0">
                <a:solidFill>
                  <a:srgbClr val="525C65"/>
                </a:solidFill>
                <a:highlight>
                  <a:srgbClr val="FFFFFF"/>
                </a:highlight>
                <a:latin typeface="Open Sans"/>
                <a:ea typeface="Open Sans"/>
                <a:cs typeface="Open Sans"/>
                <a:sym typeface="Open Sans"/>
              </a:rPr>
              <a:t>least 3 different aspects </a:t>
            </a:r>
            <a:r>
              <a:rPr lang="en" sz="1600" dirty="0">
                <a:solidFill>
                  <a:srgbClr val="525C65"/>
                </a:solidFill>
                <a:highlight>
                  <a:srgbClr val="FFFFFF"/>
                </a:highlight>
                <a:latin typeface="Open Sans"/>
                <a:ea typeface="Open Sans"/>
                <a:cs typeface="Open Sans"/>
                <a:sym typeface="Open Sans"/>
              </a:rPr>
              <a:t>of Data Governance (such as Data Quality Management, Metadata Management, MDM, </a:t>
            </a:r>
            <a:r>
              <a:rPr lang="en" sz="1600" dirty="0" err="1">
                <a:solidFill>
                  <a:srgbClr val="525C65"/>
                </a:solidFill>
                <a:highlight>
                  <a:srgbClr val="FFFFFF"/>
                </a:highlight>
                <a:latin typeface="Open Sans"/>
                <a:ea typeface="Open Sans"/>
                <a:cs typeface="Open Sans"/>
                <a:sym typeface="Open Sans"/>
              </a:rPr>
              <a:t>etc</a:t>
            </a:r>
            <a:r>
              <a:rPr lang="en" sz="1600" dirty="0">
                <a:solidFill>
                  <a:srgbClr val="525C65"/>
                </a:solidFill>
                <a:highlight>
                  <a:srgbClr val="FFFFFF"/>
                </a:highlight>
                <a:latin typeface="Open Sans"/>
                <a:ea typeface="Open Sans"/>
                <a:cs typeface="Open Sans"/>
                <a:sym typeface="Open Sans"/>
              </a:rPr>
              <a:t>). Based on what you know, do </a:t>
            </a:r>
            <a:r>
              <a:rPr lang="en" sz="1600" dirty="0" err="1">
                <a:solidFill>
                  <a:srgbClr val="525C65"/>
                </a:solidFill>
                <a:highlight>
                  <a:srgbClr val="FFFFFF"/>
                </a:highlight>
                <a:latin typeface="Open Sans"/>
                <a:ea typeface="Open Sans"/>
                <a:cs typeface="Open Sans"/>
                <a:sym typeface="Open Sans"/>
              </a:rPr>
              <a:t>SneakerPark's</a:t>
            </a:r>
            <a:r>
              <a:rPr lang="en" sz="1600" dirty="0">
                <a:solidFill>
                  <a:srgbClr val="525C65"/>
                </a:solidFill>
                <a:highlight>
                  <a:srgbClr val="FFFFFF"/>
                </a:highlight>
                <a:latin typeface="Open Sans"/>
                <a:ea typeface="Open Sans"/>
                <a:cs typeface="Open Sans"/>
                <a:sym typeface="Open Sans"/>
              </a:rPr>
              <a:t> </a:t>
            </a:r>
            <a:r>
              <a:rPr lang="en" sz="1600" b="1" dirty="0">
                <a:solidFill>
                  <a:srgbClr val="525C65"/>
                </a:solidFill>
                <a:highlight>
                  <a:srgbClr val="FFFFFF"/>
                </a:highlight>
                <a:latin typeface="Open Sans"/>
                <a:ea typeface="Open Sans"/>
                <a:cs typeface="Open Sans"/>
                <a:sym typeface="Open Sans"/>
              </a:rPr>
              <a:t>current employees have the necessary skills</a:t>
            </a:r>
            <a:r>
              <a:rPr lang="en" sz="1600" dirty="0">
                <a:solidFill>
                  <a:srgbClr val="525C65"/>
                </a:solidFill>
                <a:highlight>
                  <a:srgbClr val="FFFFFF"/>
                </a:highlight>
                <a:latin typeface="Open Sans"/>
                <a:ea typeface="Open Sans"/>
                <a:cs typeface="Open Sans"/>
                <a:sym typeface="Open Sans"/>
              </a:rPr>
              <a:t> for these roles or should the company </a:t>
            </a:r>
            <a:r>
              <a:rPr lang="en" sz="1600" b="1" dirty="0">
                <a:solidFill>
                  <a:srgbClr val="525C65"/>
                </a:solidFill>
                <a:highlight>
                  <a:srgbClr val="FFFFFF"/>
                </a:highlight>
                <a:latin typeface="Open Sans"/>
                <a:ea typeface="Open Sans"/>
                <a:cs typeface="Open Sans"/>
                <a:sym typeface="Open Sans"/>
              </a:rPr>
              <a:t>make new hires</a:t>
            </a:r>
            <a:r>
              <a:rPr lang="en" sz="1600" dirty="0">
                <a:solidFill>
                  <a:srgbClr val="525C65"/>
                </a:solidFill>
                <a:highlight>
                  <a:srgbClr val="FFFFFF"/>
                </a:highlight>
                <a:latin typeface="Open Sans"/>
                <a:ea typeface="Open Sans"/>
                <a:cs typeface="Open Sans"/>
                <a:sym typeface="Open Sans"/>
              </a:rPr>
              <a:t>?</a:t>
            </a:r>
          </a:p>
          <a:p>
            <a:pPr algn="just">
              <a:lnSpc>
                <a:spcPct val="150000"/>
              </a:lnSpc>
            </a:pPr>
            <a:r>
              <a:rPr lang="en-GB" sz="1600" dirty="0" err="1"/>
              <a:t>SneakerPark</a:t>
            </a:r>
            <a:r>
              <a:rPr lang="en-GB" sz="1600" dirty="0"/>
              <a:t> will need clear ownership and accountability for how its data is managed and shared across systems. From an </a:t>
            </a:r>
            <a:r>
              <a:rPr lang="en-GB" sz="1600" b="1" dirty="0"/>
              <a:t>MDM point of view</a:t>
            </a:r>
            <a:r>
              <a:rPr lang="en-GB" sz="1600" dirty="0"/>
              <a:t>, someone from the business (a </a:t>
            </a:r>
            <a:r>
              <a:rPr lang="en-GB" sz="1600" b="1" dirty="0"/>
              <a:t>Data Owner</a:t>
            </a:r>
            <a:r>
              <a:rPr lang="en-GB" sz="1600" dirty="0"/>
              <a:t>) should be responsible for deciding what the “official” version of key data looks like—such as products, customers, and inventory coming from order processing, listings, inventory, and customer service systems. </a:t>
            </a:r>
            <a:r>
              <a:rPr lang="en-GB" sz="1600" b="1" dirty="0"/>
              <a:t>Data Stewards</a:t>
            </a:r>
            <a:r>
              <a:rPr lang="en-GB" sz="1600" dirty="0"/>
              <a:t> would handle the day-to-day work of cleaning this data, fixing duplicates, deciding which records take priority, and making sure the data sent out from the MDM system is accurate and consistent.</a:t>
            </a:r>
          </a:p>
          <a:p>
            <a:pPr algn="just">
              <a:lnSpc>
                <a:spcPct val="150000"/>
              </a:lnSpc>
            </a:pPr>
            <a:r>
              <a:rPr lang="en-GB" sz="1600" dirty="0"/>
              <a:t>For </a:t>
            </a:r>
            <a:r>
              <a:rPr lang="en-GB" sz="1600" b="1" dirty="0"/>
              <a:t>data quality</a:t>
            </a:r>
            <a:r>
              <a:rPr lang="en-GB" sz="1600" dirty="0"/>
              <a:t>, these same stewards would regularly check that incoming data is complete, correct, and up to date, while a </a:t>
            </a:r>
            <a:r>
              <a:rPr lang="en-GB" sz="1600" b="1" dirty="0"/>
              <a:t>Data Governance Lead</a:t>
            </a:r>
            <a:r>
              <a:rPr lang="en-GB" sz="1600" dirty="0"/>
              <a:t> would track overall data quality performance and step in when problems keep happening across systems. </a:t>
            </a:r>
            <a:r>
              <a:rPr lang="en-GB" sz="1600" b="1" dirty="0"/>
              <a:t>Metadata management</a:t>
            </a:r>
            <a:r>
              <a:rPr lang="en-GB" sz="1600" dirty="0"/>
              <a:t> is also important, so an </a:t>
            </a:r>
            <a:r>
              <a:rPr lang="en-GB" sz="1600" b="1" dirty="0"/>
              <a:t>Architect</a:t>
            </a:r>
            <a:r>
              <a:rPr lang="en-GB" sz="1600" dirty="0"/>
              <a:t> should document what the data means, where it comes from, and how it moves through the systems so everyone understands and trusts it. </a:t>
            </a:r>
            <a:endParaRPr sz="1600" dirty="0">
              <a:solidFill>
                <a:srgbClr val="525C65"/>
              </a:solidFill>
              <a:highlight>
                <a:srgbClr val="FFFFFF"/>
              </a:highlight>
              <a:latin typeface="Open Sans"/>
              <a:ea typeface="Open Sans"/>
              <a:cs typeface="Open Sans"/>
              <a:sym typeface="Open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2">
          <a:extLst>
            <a:ext uri="{FF2B5EF4-FFF2-40B4-BE49-F238E27FC236}">
              <a16:creationId xmlns:a16="http://schemas.microsoft.com/office/drawing/2014/main" id="{026BABF3-6600-2671-C71B-E16A7EFA2EF1}"/>
            </a:ext>
          </a:extLst>
        </p:cNvPr>
        <p:cNvGrpSpPr/>
        <p:nvPr/>
      </p:nvGrpSpPr>
      <p:grpSpPr>
        <a:xfrm>
          <a:off x="0" y="0"/>
          <a:ext cx="0" cy="0"/>
          <a:chOff x="0" y="0"/>
          <a:chExt cx="0" cy="0"/>
        </a:xfrm>
      </p:grpSpPr>
      <p:sp>
        <p:nvSpPr>
          <p:cNvPr id="303" name="Google Shape;303;p71">
            <a:extLst>
              <a:ext uri="{FF2B5EF4-FFF2-40B4-BE49-F238E27FC236}">
                <a16:creationId xmlns:a16="http://schemas.microsoft.com/office/drawing/2014/main" id="{8A370039-8C51-7015-38B8-23753B8E5666}"/>
              </a:ext>
            </a:extLst>
          </p:cNvPr>
          <p:cNvSpPr txBox="1"/>
          <p:nvPr/>
        </p:nvSpPr>
        <p:spPr>
          <a:xfrm>
            <a:off x="457200" y="447675"/>
            <a:ext cx="6842100" cy="1152600"/>
          </a:xfrm>
          <a:prstGeom prst="rect">
            <a:avLst/>
          </a:prstGeom>
          <a:noFill/>
          <a:ln>
            <a:noFill/>
          </a:ln>
        </p:spPr>
        <p:txBody>
          <a:bodyPr spcFirstLastPara="1" wrap="square" lIns="91425" tIns="91425" rIns="91425" bIns="91425" anchor="t" anchorCtr="0">
            <a:noAutofit/>
          </a:bodyPr>
          <a:lstStyle/>
          <a:p>
            <a:pPr algn="just">
              <a:lnSpc>
                <a:spcPct val="150000"/>
              </a:lnSpc>
            </a:pPr>
            <a:r>
              <a:rPr lang="en-GB" sz="1600" dirty="0"/>
              <a:t>Finally, </a:t>
            </a:r>
            <a:r>
              <a:rPr lang="en-GB" sz="1600" b="1" dirty="0"/>
              <a:t>security and access roles</a:t>
            </a:r>
            <a:r>
              <a:rPr lang="en-GB" sz="1600" dirty="0"/>
              <a:t> (such as platform engineers) would control who is allowed to view or change the data, especially sensitive customer information. Given these needs, </a:t>
            </a:r>
            <a:r>
              <a:rPr lang="en-GB" sz="1600" dirty="0" err="1"/>
              <a:t>SneakerPark</a:t>
            </a:r>
            <a:r>
              <a:rPr lang="en-GB" sz="1600" dirty="0"/>
              <a:t> will likely need to hire new specialists or train existing staff, because strong MDM, governance, and metadata skills are required to turn the Registry MDM into a reliable source of truth rather than just a simple data pass-through.</a:t>
            </a:r>
          </a:p>
          <a:p>
            <a:pPr algn="just">
              <a:lnSpc>
                <a:spcPct val="150000"/>
              </a:lnSpc>
            </a:pPr>
            <a:endParaRPr lang="en-GB" sz="1600" dirty="0"/>
          </a:p>
        </p:txBody>
      </p:sp>
    </p:spTree>
    <p:extLst>
      <p:ext uri="{BB962C8B-B14F-4D97-AF65-F5344CB8AC3E}">
        <p14:creationId xmlns:p14="http://schemas.microsoft.com/office/powerpoint/2010/main" val="375578440"/>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175</TotalTime>
  <Words>1271</Words>
  <Application>Microsoft Macintosh PowerPoint</Application>
  <PresentationFormat>Custom</PresentationFormat>
  <Paragraphs>87</Paragraphs>
  <Slides>20</Slides>
  <Notes>20</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20</vt:i4>
      </vt:variant>
    </vt:vector>
  </HeadingPairs>
  <TitlesOfParts>
    <vt:vector size="28" baseType="lpstr">
      <vt:lpstr>Open Sans Light</vt:lpstr>
      <vt:lpstr>Open Sans</vt:lpstr>
      <vt:lpstr>Helvetica Neue</vt:lpstr>
      <vt:lpstr>Arial</vt:lpstr>
      <vt:lpstr>Simple Light</vt:lpstr>
      <vt:lpstr>Simple Light</vt:lpstr>
      <vt:lpstr>Simple Light</vt:lpstr>
      <vt:lpstr>White</vt:lpstr>
      <vt:lpstr>Data Governance @ SneakerPark </vt:lpstr>
      <vt:lpstr>Background</vt:lpstr>
      <vt:lpstr>Background (cont’d)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Abiodun Dare</cp:lastModifiedBy>
  <cp:revision>4</cp:revision>
  <dcterms:modified xsi:type="dcterms:W3CDTF">2025-12-16T15:32:36Z</dcterms:modified>
</cp:coreProperties>
</file>