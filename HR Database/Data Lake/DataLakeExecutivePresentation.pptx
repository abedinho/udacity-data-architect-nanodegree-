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973"/>
  </p:normalViewPr>
  <p:slideViewPr>
    <p:cSldViewPr snapToGrid="0" snapToObjects="1">
      <p:cViewPr varScale="1">
        <p:scale>
          <a:sx n="90" d="100"/>
          <a:sy n="90" d="100"/>
        </p:scale>
        <p:origin x="13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A5EEC-3E3F-2648-B57D-40D9758904EF}" type="datetimeFigureOut">
              <a:rPr lang="en-NG" smtClean="0"/>
              <a:t>18/12/2025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05EB1-944F-2D45-83B8-FCCC38F15D5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2462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for the board. Emphasize this is a strategic discussion focused on business value, financial impact, and risk—not a technical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Anchor the discussion on growth and risk. Data volumes are increasing, and the current platform limits insight. The Data Lake enables faster, more confident executive decisions.</a:t>
            </a:r>
            <a:endParaRPr lang="en-US" dirty="0"/>
          </a:p>
          <a:p>
            <a:endParaRPr lang="en-NG" dirty="0"/>
          </a:p>
          <a:p>
            <a:endParaRPr lang="en-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With</a:t>
            </a:r>
            <a:r>
              <a:rPr lang="pt-BR" dirty="0"/>
              <a:t> a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infrastucture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medical data </a:t>
            </a:r>
            <a:r>
              <a:rPr lang="pt-BR" dirty="0" err="1"/>
              <a:t>processing</a:t>
            </a:r>
            <a:r>
              <a:rPr lang="pt-BR" dirty="0"/>
              <a:t> </a:t>
            </a:r>
            <a:r>
              <a:rPr lang="pt-BR" dirty="0" err="1"/>
              <a:t>company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remove </a:t>
            </a:r>
            <a:r>
              <a:rPr lang="pt-BR" dirty="0" err="1"/>
              <a:t>the</a:t>
            </a:r>
            <a:r>
              <a:rPr lang="pt-BR" dirty="0"/>
              <a:t> data silos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teams</a:t>
            </a:r>
            <a:r>
              <a:rPr lang="pt-BR" dirty="0"/>
              <a:t> </a:t>
            </a:r>
            <a:r>
              <a:rPr lang="pt-BR" noProof="0" dirty="0" err="1"/>
              <a:t>having</a:t>
            </a:r>
            <a:r>
              <a:rPr lang="pt-BR" dirty="0"/>
              <a:t> diferente </a:t>
            </a:r>
            <a:r>
              <a:rPr lang="pt-BR" dirty="0" err="1"/>
              <a:t>patterns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data.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in </a:t>
            </a:r>
            <a:r>
              <a:rPr lang="pt-BR" dirty="0" err="1"/>
              <a:t>place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enhanced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together</a:t>
            </a:r>
            <a:r>
              <a:rPr lang="pt-BR" dirty="0"/>
              <a:t>. Other </a:t>
            </a:r>
            <a:r>
              <a:rPr lang="pt-BR" dirty="0" err="1"/>
              <a:t>than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access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a </a:t>
            </a:r>
            <a:r>
              <a:rPr lang="pt-BR" dirty="0" err="1"/>
              <a:t>unique</a:t>
            </a:r>
            <a:r>
              <a:rPr lang="pt-BR" dirty="0"/>
              <a:t> </a:t>
            </a:r>
            <a:r>
              <a:rPr lang="pt-BR" dirty="0" err="1"/>
              <a:t>place</a:t>
            </a:r>
            <a:r>
              <a:rPr lang="pt-BR" dirty="0"/>
              <a:t> Where They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know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They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. Do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bother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getting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sources</a:t>
            </a:r>
            <a:r>
              <a:rPr lang="pt-BR" dirty="0"/>
              <a:t>. 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already</a:t>
            </a:r>
            <a:r>
              <a:rPr lang="pt-BR" dirty="0"/>
              <a:t> does </a:t>
            </a:r>
            <a:r>
              <a:rPr lang="pt-BR" dirty="0" err="1"/>
              <a:t>that</a:t>
            </a:r>
            <a:r>
              <a:rPr lang="pt-BR" dirty="0"/>
              <a:t> for </a:t>
            </a:r>
            <a:r>
              <a:rPr lang="pt-BR" dirty="0" err="1"/>
              <a:t>you</a:t>
            </a:r>
            <a:r>
              <a:rPr lang="pt-B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For </a:t>
            </a:r>
            <a:r>
              <a:rPr lang="pt-BR" dirty="0" err="1"/>
              <a:t>example</a:t>
            </a:r>
            <a:r>
              <a:rPr lang="pt-BR" dirty="0"/>
              <a:t>, </a:t>
            </a:r>
            <a:r>
              <a:rPr lang="pt-BR" dirty="0" err="1"/>
              <a:t>without</a:t>
            </a:r>
            <a:r>
              <a:rPr lang="pt-BR" dirty="0"/>
              <a:t> data silos,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vacancy</a:t>
            </a:r>
            <a:r>
              <a:rPr lang="pt-BR" dirty="0"/>
              <a:t> </a:t>
            </a:r>
            <a:r>
              <a:rPr lang="pt-BR" dirty="0" err="1"/>
              <a:t>rooms</a:t>
            </a:r>
            <a:r>
              <a:rPr lang="pt-BR" dirty="0"/>
              <a:t> in a medical </a:t>
            </a:r>
            <a:r>
              <a:rPr lang="pt-BR" dirty="0" err="1"/>
              <a:t>facility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finance</a:t>
            </a:r>
            <a:r>
              <a:rPr lang="pt-BR" dirty="0"/>
              <a:t> sector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implies</a:t>
            </a:r>
            <a:r>
              <a:rPr lang="pt-BR" dirty="0"/>
              <a:t> in </a:t>
            </a:r>
            <a:r>
              <a:rPr lang="pt-BR" dirty="0" err="1"/>
              <a:t>savings</a:t>
            </a:r>
            <a:r>
              <a:rPr 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delivered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distributed</a:t>
            </a:r>
            <a:r>
              <a:rPr lang="pt-BR" dirty="0"/>
              <a:t> </a:t>
            </a:r>
            <a:r>
              <a:rPr lang="pt-BR" dirty="0" err="1"/>
              <a:t>processing</a:t>
            </a:r>
            <a:r>
              <a:rPr lang="pt-BR" dirty="0"/>
              <a:t>, </a:t>
            </a:r>
            <a:r>
              <a:rPr lang="pt-BR" dirty="0" err="1"/>
              <a:t>increasing</a:t>
            </a:r>
            <a:r>
              <a:rPr lang="pt-BR" dirty="0"/>
              <a:t> performance </a:t>
            </a:r>
            <a:r>
              <a:rPr lang="pt-BR" dirty="0" err="1"/>
              <a:t>taking</a:t>
            </a:r>
            <a:r>
              <a:rPr lang="pt-BR" dirty="0"/>
              <a:t> </a:t>
            </a:r>
            <a:r>
              <a:rPr lang="pt-BR" dirty="0" err="1"/>
              <a:t>advantage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big data tools.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serve data for machine learning models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wil</a:t>
            </a:r>
            <a:r>
              <a:rPr lang="pt-BR" dirty="0"/>
              <a:t> </a:t>
            </a:r>
            <a:r>
              <a:rPr lang="pt-BR" dirty="0" err="1"/>
              <a:t>provide</a:t>
            </a:r>
            <a:r>
              <a:rPr lang="pt-BR" dirty="0"/>
              <a:t> </a:t>
            </a:r>
            <a:r>
              <a:rPr lang="pt-BR" dirty="0" err="1"/>
              <a:t>additional</a:t>
            </a:r>
            <a:r>
              <a:rPr lang="pt-BR" dirty="0"/>
              <a:t> insights for </a:t>
            </a:r>
            <a:r>
              <a:rPr lang="pt-BR" dirty="0" err="1"/>
              <a:t>the</a:t>
            </a:r>
            <a:r>
              <a:rPr lang="pt-BR" dirty="0"/>
              <a:t> business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new approach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</a:t>
            </a:r>
            <a:r>
              <a:rPr lang="pt-BR" dirty="0" err="1"/>
              <a:t>leverage</a:t>
            </a:r>
            <a:r>
              <a:rPr lang="pt-BR" dirty="0"/>
              <a:t> </a:t>
            </a:r>
            <a:r>
              <a:rPr lang="pt-BR" dirty="0" err="1"/>
              <a:t>near</a:t>
            </a:r>
            <a:r>
              <a:rPr lang="pt-BR" dirty="0"/>
              <a:t> real-time dashboards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analytics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streaming </a:t>
            </a:r>
            <a:r>
              <a:rPr lang="pt-BR" dirty="0" err="1"/>
              <a:t>capability</a:t>
            </a:r>
            <a:r>
              <a:rPr lang="pt-BR" dirty="0"/>
              <a:t> </a:t>
            </a:r>
            <a:r>
              <a:rPr lang="pt-BR" dirty="0" err="1"/>
              <a:t>addition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real time </a:t>
            </a:r>
            <a:r>
              <a:rPr lang="pt-BR" dirty="0" err="1"/>
              <a:t>capability</a:t>
            </a:r>
            <a:r>
              <a:rPr lang="pt-BR" dirty="0"/>
              <a:t> opens a </a:t>
            </a:r>
            <a:r>
              <a:rPr lang="pt-BR" dirty="0" err="1"/>
              <a:t>lot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possibilities</a:t>
            </a:r>
            <a:r>
              <a:rPr lang="pt-BR" dirty="0"/>
              <a:t>, </a:t>
            </a:r>
            <a:r>
              <a:rPr lang="pt-BR" dirty="0" err="1"/>
              <a:t>such</a:t>
            </a:r>
            <a:r>
              <a:rPr lang="pt-BR" dirty="0"/>
              <a:t> as </a:t>
            </a:r>
            <a:r>
              <a:rPr lang="pt-BR" dirty="0" err="1"/>
              <a:t>having</a:t>
            </a:r>
            <a:r>
              <a:rPr lang="pt-BR" dirty="0"/>
              <a:t> a live dashboard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urgent</a:t>
            </a:r>
            <a:r>
              <a:rPr lang="pt-BR" dirty="0"/>
              <a:t> </a:t>
            </a:r>
            <a:r>
              <a:rPr lang="pt-BR" dirty="0" err="1"/>
              <a:t>cares</a:t>
            </a:r>
            <a:r>
              <a:rPr lang="pt-BR" dirty="0"/>
              <a:t> </a:t>
            </a:r>
            <a:r>
              <a:rPr lang="pt-BR" dirty="0" err="1"/>
              <a:t>needs</a:t>
            </a:r>
            <a:r>
              <a:rPr lang="pt-BR" dirty="0"/>
              <a:t> . </a:t>
            </a:r>
            <a:r>
              <a:rPr lang="pt-BR" dirty="0" err="1"/>
              <a:t>Deliver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 data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crucial When </a:t>
            </a:r>
            <a:r>
              <a:rPr lang="pt-BR" dirty="0" err="1"/>
              <a:t>dealing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peoples</a:t>
            </a:r>
            <a:r>
              <a:rPr lang="pt-BR" dirty="0"/>
              <a:t> </a:t>
            </a:r>
            <a:r>
              <a:rPr lang="pt-BR" dirty="0" err="1"/>
              <a:t>life</a:t>
            </a:r>
            <a:r>
              <a:rPr lang="pt-BR" dirty="0"/>
              <a:t>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avoided future costs rather than savings claims. Highlight avoided hardware refreshes, license escalation, and re-platforming as data and analytics needs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Position urgency around risk and opportunity cost. Delaying increases complexity, cost, and exposure. Early action provides strategic leverage.</a:t>
            </a:r>
            <a:endParaRPr lang="en-US" dirty="0"/>
          </a:p>
          <a:p>
            <a:endParaRPr lang="en-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With</a:t>
            </a:r>
            <a:r>
              <a:rPr lang="pt-BR" dirty="0"/>
              <a:t> a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infrastucture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medical data </a:t>
            </a:r>
            <a:r>
              <a:rPr lang="pt-BR" dirty="0" err="1"/>
              <a:t>processing</a:t>
            </a:r>
            <a:r>
              <a:rPr lang="pt-BR" dirty="0"/>
              <a:t> </a:t>
            </a:r>
            <a:r>
              <a:rPr lang="pt-BR" dirty="0" err="1"/>
              <a:t>company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remove </a:t>
            </a:r>
            <a:r>
              <a:rPr lang="pt-BR" dirty="0" err="1"/>
              <a:t>the</a:t>
            </a:r>
            <a:r>
              <a:rPr lang="pt-BR" dirty="0"/>
              <a:t> data silos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teams</a:t>
            </a:r>
            <a:r>
              <a:rPr lang="pt-BR" dirty="0"/>
              <a:t> </a:t>
            </a:r>
            <a:r>
              <a:rPr lang="pt-BR" noProof="0" dirty="0" err="1"/>
              <a:t>having</a:t>
            </a:r>
            <a:r>
              <a:rPr lang="pt-BR" dirty="0"/>
              <a:t> diferente </a:t>
            </a:r>
            <a:r>
              <a:rPr lang="pt-BR" dirty="0" err="1"/>
              <a:t>patterns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data.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in </a:t>
            </a:r>
            <a:r>
              <a:rPr lang="pt-BR" dirty="0" err="1"/>
              <a:t>place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enhanced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together</a:t>
            </a:r>
            <a:r>
              <a:rPr lang="pt-BR" dirty="0"/>
              <a:t>. Other </a:t>
            </a:r>
            <a:r>
              <a:rPr lang="pt-BR" dirty="0" err="1"/>
              <a:t>than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access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a </a:t>
            </a:r>
            <a:r>
              <a:rPr lang="pt-BR" dirty="0" err="1"/>
              <a:t>unique</a:t>
            </a:r>
            <a:r>
              <a:rPr lang="pt-BR" dirty="0"/>
              <a:t> </a:t>
            </a:r>
            <a:r>
              <a:rPr lang="pt-BR" dirty="0" err="1"/>
              <a:t>place</a:t>
            </a:r>
            <a:r>
              <a:rPr lang="pt-BR" dirty="0"/>
              <a:t> Where They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know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They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. Do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bother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getting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sources</a:t>
            </a:r>
            <a:r>
              <a:rPr lang="pt-BR" dirty="0"/>
              <a:t>. 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already</a:t>
            </a:r>
            <a:r>
              <a:rPr lang="pt-BR" dirty="0"/>
              <a:t> does </a:t>
            </a:r>
            <a:r>
              <a:rPr lang="pt-BR" dirty="0" err="1"/>
              <a:t>that</a:t>
            </a:r>
            <a:r>
              <a:rPr lang="pt-BR" dirty="0"/>
              <a:t> for </a:t>
            </a:r>
            <a:r>
              <a:rPr lang="pt-BR" dirty="0" err="1"/>
              <a:t>you</a:t>
            </a:r>
            <a:r>
              <a:rPr lang="pt-B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For </a:t>
            </a:r>
            <a:r>
              <a:rPr lang="pt-BR" dirty="0" err="1"/>
              <a:t>example</a:t>
            </a:r>
            <a:r>
              <a:rPr lang="pt-BR" dirty="0"/>
              <a:t>, </a:t>
            </a:r>
            <a:r>
              <a:rPr lang="pt-BR" dirty="0" err="1"/>
              <a:t>without</a:t>
            </a:r>
            <a:r>
              <a:rPr lang="pt-BR" dirty="0"/>
              <a:t> data silos,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vacancy</a:t>
            </a:r>
            <a:r>
              <a:rPr lang="pt-BR" dirty="0"/>
              <a:t> </a:t>
            </a:r>
            <a:r>
              <a:rPr lang="pt-BR" dirty="0" err="1"/>
              <a:t>rooms</a:t>
            </a:r>
            <a:r>
              <a:rPr lang="pt-BR" dirty="0"/>
              <a:t> in a medical </a:t>
            </a:r>
            <a:r>
              <a:rPr lang="pt-BR" dirty="0" err="1"/>
              <a:t>facility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finance</a:t>
            </a:r>
            <a:r>
              <a:rPr lang="pt-BR" dirty="0"/>
              <a:t> sector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implies</a:t>
            </a:r>
            <a:r>
              <a:rPr lang="pt-BR" dirty="0"/>
              <a:t> in </a:t>
            </a:r>
            <a:r>
              <a:rPr lang="pt-BR" dirty="0" err="1"/>
              <a:t>savings</a:t>
            </a:r>
            <a:r>
              <a:rPr 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delivered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distributed</a:t>
            </a:r>
            <a:r>
              <a:rPr lang="pt-BR" dirty="0"/>
              <a:t> </a:t>
            </a:r>
            <a:r>
              <a:rPr lang="pt-BR" dirty="0" err="1"/>
              <a:t>processing</a:t>
            </a:r>
            <a:r>
              <a:rPr lang="pt-BR" dirty="0"/>
              <a:t>, </a:t>
            </a:r>
            <a:r>
              <a:rPr lang="pt-BR" dirty="0" err="1"/>
              <a:t>increasing</a:t>
            </a:r>
            <a:r>
              <a:rPr lang="pt-BR" dirty="0"/>
              <a:t> performance </a:t>
            </a:r>
            <a:r>
              <a:rPr lang="pt-BR" dirty="0" err="1"/>
              <a:t>taking</a:t>
            </a:r>
            <a:r>
              <a:rPr lang="pt-BR" dirty="0"/>
              <a:t> </a:t>
            </a:r>
            <a:r>
              <a:rPr lang="pt-BR" dirty="0" err="1"/>
              <a:t>advantage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big data tools.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serve data for machine learning models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wil</a:t>
            </a:r>
            <a:r>
              <a:rPr lang="pt-BR" dirty="0"/>
              <a:t> </a:t>
            </a:r>
            <a:r>
              <a:rPr lang="pt-BR" dirty="0" err="1"/>
              <a:t>provide</a:t>
            </a:r>
            <a:r>
              <a:rPr lang="pt-BR" dirty="0"/>
              <a:t> </a:t>
            </a:r>
            <a:r>
              <a:rPr lang="pt-BR" dirty="0" err="1"/>
              <a:t>additional</a:t>
            </a:r>
            <a:r>
              <a:rPr lang="pt-BR" dirty="0"/>
              <a:t> insights for </a:t>
            </a:r>
            <a:r>
              <a:rPr lang="pt-BR" dirty="0" err="1"/>
              <a:t>the</a:t>
            </a:r>
            <a:r>
              <a:rPr lang="pt-BR" dirty="0"/>
              <a:t> business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new approach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</a:t>
            </a:r>
            <a:r>
              <a:rPr lang="pt-BR" dirty="0" err="1"/>
              <a:t>leverage</a:t>
            </a:r>
            <a:r>
              <a:rPr lang="pt-BR" dirty="0"/>
              <a:t> </a:t>
            </a:r>
            <a:r>
              <a:rPr lang="pt-BR" dirty="0" err="1"/>
              <a:t>near</a:t>
            </a:r>
            <a:r>
              <a:rPr lang="pt-BR" dirty="0"/>
              <a:t> real-time dashboards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analytics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streaming </a:t>
            </a:r>
            <a:r>
              <a:rPr lang="pt-BR" dirty="0" err="1"/>
              <a:t>capability</a:t>
            </a:r>
            <a:r>
              <a:rPr lang="pt-BR" dirty="0"/>
              <a:t> </a:t>
            </a:r>
            <a:r>
              <a:rPr lang="pt-BR" dirty="0" err="1"/>
              <a:t>addition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real time </a:t>
            </a:r>
            <a:r>
              <a:rPr lang="pt-BR" dirty="0" err="1"/>
              <a:t>capability</a:t>
            </a:r>
            <a:r>
              <a:rPr lang="pt-BR" dirty="0"/>
              <a:t> opens a </a:t>
            </a:r>
            <a:r>
              <a:rPr lang="pt-BR" dirty="0" err="1"/>
              <a:t>lot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possibilities</a:t>
            </a:r>
            <a:r>
              <a:rPr lang="pt-BR" dirty="0"/>
              <a:t>, </a:t>
            </a:r>
            <a:r>
              <a:rPr lang="pt-BR" dirty="0" err="1"/>
              <a:t>such</a:t>
            </a:r>
            <a:r>
              <a:rPr lang="pt-BR" dirty="0"/>
              <a:t> as </a:t>
            </a:r>
            <a:r>
              <a:rPr lang="pt-BR" dirty="0" err="1"/>
              <a:t>having</a:t>
            </a:r>
            <a:r>
              <a:rPr lang="pt-BR" dirty="0"/>
              <a:t> a live dashboard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urgent</a:t>
            </a:r>
            <a:r>
              <a:rPr lang="pt-BR" dirty="0"/>
              <a:t> </a:t>
            </a:r>
            <a:r>
              <a:rPr lang="pt-BR" dirty="0" err="1"/>
              <a:t>cares</a:t>
            </a:r>
            <a:r>
              <a:rPr lang="pt-BR" dirty="0"/>
              <a:t> </a:t>
            </a:r>
            <a:r>
              <a:rPr lang="pt-BR" dirty="0" err="1"/>
              <a:t>needs</a:t>
            </a:r>
            <a:r>
              <a:rPr lang="pt-BR" dirty="0"/>
              <a:t> . </a:t>
            </a:r>
            <a:r>
              <a:rPr lang="pt-BR" dirty="0" err="1"/>
              <a:t>Deliver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 data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crucial When </a:t>
            </a:r>
            <a:r>
              <a:rPr lang="pt-BR" dirty="0" err="1"/>
              <a:t>dealing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peoples</a:t>
            </a:r>
            <a:r>
              <a:rPr lang="pt-BR" dirty="0"/>
              <a:t> </a:t>
            </a:r>
            <a:r>
              <a:rPr lang="pt-BR" dirty="0" err="1"/>
              <a:t>life</a:t>
            </a:r>
            <a:r>
              <a:rPr lang="pt-B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calmly. Emphasize rising costs, slower decisions, higher compliance risk, and competitive disadvantage—not fear, just business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through capabilities, not tools. Reinforce that this platform supports reporting, analytics, and AI with governance built in.</a:t>
            </a:r>
            <a:endParaRPr lang="en-US" dirty="0"/>
          </a:p>
          <a:p>
            <a:endParaRPr lang="en-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With</a:t>
            </a:r>
            <a:r>
              <a:rPr lang="pt-BR" dirty="0"/>
              <a:t> a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infrastucture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medical data </a:t>
            </a:r>
            <a:r>
              <a:rPr lang="pt-BR" dirty="0" err="1"/>
              <a:t>processing</a:t>
            </a:r>
            <a:r>
              <a:rPr lang="pt-BR" dirty="0"/>
              <a:t> </a:t>
            </a:r>
            <a:r>
              <a:rPr lang="pt-BR" dirty="0" err="1"/>
              <a:t>company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remove </a:t>
            </a:r>
            <a:r>
              <a:rPr lang="pt-BR" dirty="0" err="1"/>
              <a:t>the</a:t>
            </a:r>
            <a:r>
              <a:rPr lang="pt-BR" dirty="0"/>
              <a:t> data silos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teams</a:t>
            </a:r>
            <a:r>
              <a:rPr lang="pt-BR" dirty="0"/>
              <a:t> </a:t>
            </a:r>
            <a:r>
              <a:rPr lang="pt-BR" noProof="0" dirty="0" err="1"/>
              <a:t>having</a:t>
            </a:r>
            <a:r>
              <a:rPr lang="pt-BR" dirty="0"/>
              <a:t> diferente </a:t>
            </a:r>
            <a:r>
              <a:rPr lang="pt-BR" dirty="0" err="1"/>
              <a:t>patterns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data.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in </a:t>
            </a:r>
            <a:r>
              <a:rPr lang="pt-BR" dirty="0" err="1"/>
              <a:t>place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enhanced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together</a:t>
            </a:r>
            <a:r>
              <a:rPr lang="pt-BR" dirty="0"/>
              <a:t>. Other </a:t>
            </a:r>
            <a:r>
              <a:rPr lang="pt-BR" dirty="0" err="1"/>
              <a:t>than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access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a </a:t>
            </a:r>
            <a:r>
              <a:rPr lang="pt-BR" dirty="0" err="1"/>
              <a:t>unique</a:t>
            </a:r>
            <a:r>
              <a:rPr lang="pt-BR" dirty="0"/>
              <a:t> </a:t>
            </a:r>
            <a:r>
              <a:rPr lang="pt-BR" dirty="0" err="1"/>
              <a:t>place</a:t>
            </a:r>
            <a:r>
              <a:rPr lang="pt-BR" dirty="0"/>
              <a:t> Where They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know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data They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. Do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bother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getting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</a:t>
            </a:r>
            <a:r>
              <a:rPr lang="pt-BR" dirty="0" err="1"/>
              <a:t>sources</a:t>
            </a:r>
            <a:r>
              <a:rPr lang="pt-BR" dirty="0"/>
              <a:t>. 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already</a:t>
            </a:r>
            <a:r>
              <a:rPr lang="pt-BR" dirty="0"/>
              <a:t> does </a:t>
            </a:r>
            <a:r>
              <a:rPr lang="pt-BR" dirty="0" err="1"/>
              <a:t>that</a:t>
            </a:r>
            <a:r>
              <a:rPr lang="pt-BR" dirty="0"/>
              <a:t> for </a:t>
            </a:r>
            <a:r>
              <a:rPr lang="pt-BR" dirty="0" err="1"/>
              <a:t>you</a:t>
            </a:r>
            <a:r>
              <a:rPr lang="pt-B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For </a:t>
            </a:r>
            <a:r>
              <a:rPr lang="pt-BR" dirty="0" err="1"/>
              <a:t>example</a:t>
            </a:r>
            <a:r>
              <a:rPr lang="pt-BR" dirty="0"/>
              <a:t>, </a:t>
            </a:r>
            <a:r>
              <a:rPr lang="pt-BR" dirty="0" err="1"/>
              <a:t>without</a:t>
            </a:r>
            <a:r>
              <a:rPr lang="pt-BR" dirty="0"/>
              <a:t> data silos,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able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vacancy</a:t>
            </a:r>
            <a:r>
              <a:rPr lang="pt-BR" dirty="0"/>
              <a:t> </a:t>
            </a:r>
            <a:r>
              <a:rPr lang="pt-BR" dirty="0" err="1"/>
              <a:t>rooms</a:t>
            </a:r>
            <a:r>
              <a:rPr lang="pt-BR" dirty="0"/>
              <a:t> in a medical </a:t>
            </a:r>
            <a:r>
              <a:rPr lang="pt-BR" dirty="0" err="1"/>
              <a:t>facility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finance</a:t>
            </a:r>
            <a:r>
              <a:rPr lang="pt-BR" dirty="0"/>
              <a:t> sector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implies</a:t>
            </a:r>
            <a:r>
              <a:rPr lang="pt-BR" dirty="0"/>
              <a:t> in </a:t>
            </a:r>
            <a:r>
              <a:rPr lang="pt-BR" dirty="0" err="1"/>
              <a:t>savings</a:t>
            </a:r>
            <a:r>
              <a:rPr 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Data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delivered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users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distributed</a:t>
            </a:r>
            <a:r>
              <a:rPr lang="pt-BR" dirty="0"/>
              <a:t> </a:t>
            </a:r>
            <a:r>
              <a:rPr lang="pt-BR" dirty="0" err="1"/>
              <a:t>processing</a:t>
            </a:r>
            <a:r>
              <a:rPr lang="pt-BR" dirty="0"/>
              <a:t>, </a:t>
            </a:r>
            <a:r>
              <a:rPr lang="pt-BR" dirty="0" err="1"/>
              <a:t>increasing</a:t>
            </a:r>
            <a:r>
              <a:rPr lang="pt-BR" dirty="0"/>
              <a:t> performance </a:t>
            </a:r>
            <a:r>
              <a:rPr lang="pt-BR" dirty="0" err="1"/>
              <a:t>taking</a:t>
            </a:r>
            <a:r>
              <a:rPr lang="pt-BR" dirty="0"/>
              <a:t> </a:t>
            </a:r>
            <a:r>
              <a:rPr lang="pt-BR" dirty="0" err="1"/>
              <a:t>advantage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big data tools.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serve data for machine learning models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wil</a:t>
            </a:r>
            <a:r>
              <a:rPr lang="pt-BR" dirty="0"/>
              <a:t> </a:t>
            </a:r>
            <a:r>
              <a:rPr lang="pt-BR" dirty="0" err="1"/>
              <a:t>provide</a:t>
            </a:r>
            <a:r>
              <a:rPr lang="pt-BR" dirty="0"/>
              <a:t> </a:t>
            </a:r>
            <a:r>
              <a:rPr lang="pt-BR" dirty="0" err="1"/>
              <a:t>additional</a:t>
            </a:r>
            <a:r>
              <a:rPr lang="pt-BR" dirty="0"/>
              <a:t> insights for </a:t>
            </a:r>
            <a:r>
              <a:rPr lang="pt-BR" dirty="0" err="1"/>
              <a:t>the</a:t>
            </a:r>
            <a:r>
              <a:rPr lang="pt-BR" dirty="0"/>
              <a:t> business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new approach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</a:t>
            </a:r>
            <a:r>
              <a:rPr lang="pt-BR" dirty="0" err="1"/>
              <a:t>leverage</a:t>
            </a:r>
            <a:r>
              <a:rPr lang="pt-BR" dirty="0"/>
              <a:t> </a:t>
            </a:r>
            <a:r>
              <a:rPr lang="pt-BR" dirty="0" err="1"/>
              <a:t>near</a:t>
            </a:r>
            <a:r>
              <a:rPr lang="pt-BR" dirty="0"/>
              <a:t> real-time dashboards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analytics</a:t>
            </a:r>
            <a:r>
              <a:rPr lang="pt-BR" dirty="0"/>
              <a:t> </a:t>
            </a:r>
            <a:r>
              <a:rPr lang="pt-BR" dirty="0" err="1"/>
              <a:t>because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streaming </a:t>
            </a:r>
            <a:r>
              <a:rPr lang="pt-BR" dirty="0" err="1"/>
              <a:t>capability</a:t>
            </a:r>
            <a:r>
              <a:rPr lang="pt-BR" dirty="0"/>
              <a:t> </a:t>
            </a:r>
            <a:r>
              <a:rPr lang="pt-BR" dirty="0" err="1"/>
              <a:t>addition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The real time </a:t>
            </a:r>
            <a:r>
              <a:rPr lang="pt-BR" dirty="0" err="1"/>
              <a:t>capability</a:t>
            </a:r>
            <a:r>
              <a:rPr lang="pt-BR" dirty="0"/>
              <a:t> opens a </a:t>
            </a:r>
            <a:r>
              <a:rPr lang="pt-BR" dirty="0" err="1"/>
              <a:t>lot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possibilities</a:t>
            </a:r>
            <a:r>
              <a:rPr lang="pt-BR" dirty="0"/>
              <a:t>, </a:t>
            </a:r>
            <a:r>
              <a:rPr lang="pt-BR" dirty="0" err="1"/>
              <a:t>such</a:t>
            </a:r>
            <a:r>
              <a:rPr lang="pt-BR" dirty="0"/>
              <a:t> as </a:t>
            </a:r>
            <a:r>
              <a:rPr lang="pt-BR" dirty="0" err="1"/>
              <a:t>having</a:t>
            </a:r>
            <a:r>
              <a:rPr lang="pt-BR" dirty="0"/>
              <a:t> a live dashboard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urgent</a:t>
            </a:r>
            <a:r>
              <a:rPr lang="pt-BR" dirty="0"/>
              <a:t> </a:t>
            </a:r>
            <a:r>
              <a:rPr lang="pt-BR" dirty="0" err="1"/>
              <a:t>cares</a:t>
            </a:r>
            <a:r>
              <a:rPr lang="pt-BR" dirty="0"/>
              <a:t> </a:t>
            </a:r>
            <a:r>
              <a:rPr lang="pt-BR" dirty="0" err="1"/>
              <a:t>needs</a:t>
            </a:r>
            <a:r>
              <a:rPr lang="pt-BR" dirty="0"/>
              <a:t> . </a:t>
            </a:r>
            <a:r>
              <a:rPr lang="pt-BR" dirty="0" err="1"/>
              <a:t>Deliver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 data </a:t>
            </a:r>
            <a:r>
              <a:rPr lang="pt-BR" dirty="0" err="1"/>
              <a:t>timely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crucial When </a:t>
            </a:r>
            <a:r>
              <a:rPr lang="pt-BR" dirty="0" err="1"/>
              <a:t>dealing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peoples</a:t>
            </a:r>
            <a:r>
              <a:rPr lang="pt-BR" dirty="0"/>
              <a:t> </a:t>
            </a:r>
            <a:r>
              <a:rPr lang="pt-BR" dirty="0" err="1"/>
              <a:t>life</a:t>
            </a:r>
            <a:r>
              <a:rPr lang="pt-B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Close with confidence. Reinforce that this is a long-term business capability that reduces risk, scales with value, and positions the company for future growth.</a:t>
            </a:r>
            <a:endParaRPr lang="en-US" dirty="0"/>
          </a:p>
          <a:p>
            <a:endParaRPr lang="en-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Another</a:t>
            </a:r>
            <a:r>
              <a:rPr lang="pt-BR" dirty="0"/>
              <a:t> </a:t>
            </a:r>
            <a:r>
              <a:rPr lang="pt-BR" dirty="0" err="1"/>
              <a:t>thing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mention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leverages</a:t>
            </a:r>
            <a:r>
              <a:rPr lang="pt-BR" dirty="0"/>
              <a:t> machine learning </a:t>
            </a:r>
            <a:r>
              <a:rPr lang="pt-BR" dirty="0" err="1"/>
              <a:t>since</a:t>
            </a:r>
            <a:r>
              <a:rPr lang="pt-BR" dirty="0"/>
              <a:t> it </a:t>
            </a:r>
            <a:r>
              <a:rPr lang="pt-BR" dirty="0" err="1"/>
              <a:t>accepts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data </a:t>
            </a:r>
            <a:r>
              <a:rPr lang="pt-BR" dirty="0" err="1"/>
              <a:t>formats</a:t>
            </a:r>
            <a:r>
              <a:rPr lang="pt-BR" dirty="0"/>
              <a:t>. </a:t>
            </a:r>
            <a:r>
              <a:rPr lang="pt-BR" dirty="0" err="1"/>
              <a:t>Then</a:t>
            </a:r>
            <a:r>
              <a:rPr lang="pt-BR" dirty="0"/>
              <a:t>, it </a:t>
            </a:r>
            <a:r>
              <a:rPr lang="pt-BR" dirty="0" err="1"/>
              <a:t>can</a:t>
            </a:r>
            <a:r>
              <a:rPr lang="pt-BR" dirty="0"/>
              <a:t> serve </a:t>
            </a:r>
            <a:r>
              <a:rPr lang="pt-BR" dirty="0" err="1"/>
              <a:t>the</a:t>
            </a:r>
            <a:r>
              <a:rPr lang="pt-BR" dirty="0"/>
              <a:t> machine learning </a:t>
            </a:r>
            <a:r>
              <a:rPr lang="pt-BR" dirty="0" err="1"/>
              <a:t>engine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 it </a:t>
            </a:r>
            <a:r>
              <a:rPr lang="pt-BR" dirty="0" err="1"/>
              <a:t>needs</a:t>
            </a:r>
            <a:r>
              <a:rPr lang="pt-BR" dirty="0"/>
              <a:t>, </a:t>
            </a:r>
            <a:r>
              <a:rPr lang="pt-BR" dirty="0" err="1"/>
              <a:t>without</a:t>
            </a:r>
            <a:r>
              <a:rPr lang="pt-BR" dirty="0"/>
              <a:t> </a:t>
            </a:r>
            <a:r>
              <a:rPr lang="pt-BR" dirty="0" err="1"/>
              <a:t>having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reprocessing</a:t>
            </a:r>
            <a:r>
              <a:rPr 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Data </a:t>
            </a:r>
            <a:r>
              <a:rPr lang="pt-BR" dirty="0" err="1"/>
              <a:t>lake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storage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also</a:t>
            </a:r>
            <a:r>
              <a:rPr lang="pt-BR" dirty="0"/>
              <a:t> </a:t>
            </a:r>
            <a:r>
              <a:rPr lang="pt-BR" dirty="0" err="1"/>
              <a:t>become</a:t>
            </a:r>
            <a:r>
              <a:rPr lang="pt-BR" dirty="0"/>
              <a:t> </a:t>
            </a:r>
            <a:r>
              <a:rPr lang="pt-BR" dirty="0" err="1"/>
              <a:t>cheaper</a:t>
            </a:r>
            <a:r>
              <a:rPr lang="pt-BR" dirty="0"/>
              <a:t>  over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last</a:t>
            </a:r>
            <a:r>
              <a:rPr lang="pt-BR" dirty="0"/>
              <a:t> </a:t>
            </a:r>
            <a:r>
              <a:rPr lang="pt-BR" dirty="0" err="1"/>
              <a:t>years</a:t>
            </a:r>
            <a:r>
              <a:rPr lang="pt-BR" dirty="0"/>
              <a:t>. </a:t>
            </a:r>
            <a:r>
              <a:rPr lang="pt-BR" dirty="0" err="1"/>
              <a:t>therefore</a:t>
            </a:r>
            <a:r>
              <a:rPr lang="pt-BR" dirty="0"/>
              <a:t> it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so</a:t>
            </a:r>
            <a:r>
              <a:rPr lang="pt-BR" dirty="0"/>
              <a:t> </a:t>
            </a:r>
            <a:r>
              <a:rPr lang="pt-BR" dirty="0" err="1"/>
              <a:t>expensive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scale</a:t>
            </a:r>
            <a:r>
              <a:rPr lang="pt-BR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Lake Value Proposition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 </a:t>
            </a:r>
            <a:r>
              <a:rPr lang="en-US" dirty="0"/>
              <a:t>Abiodun Dare</a:t>
            </a:r>
            <a:br>
              <a:rPr lang="en-US" dirty="0"/>
            </a:br>
            <a:r>
              <a:rPr lang="en-US" dirty="0"/>
              <a:t>Data Architect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006674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dirty="0"/>
              <a:t>Why This Matters to the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3–5 Year Cost Avoidance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Why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What Happens If We Don’t 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Data Lake Capabilities (Abstract View)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Board-Level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This Matters to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Healthcare data volumes are accelerating rapidly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Legacy platforms constrain insight and scalability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The Data Lake enables faster, more confident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3–5 Year Cost Avoidance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Avoid recurring hardware refresh cycles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Prevent exponential license cost growth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Lower cost per terabyte as data scales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Avoid future re-platforming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Data growth is outpacing current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Operational and compliance risks are increasing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Delaying action compounds cost and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Happens If We Don’t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Escalating operational costs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Reduced executive visibility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Higher risk of outages and compliance breaches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Competitive disadvantage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Lake Capabilities (Abstract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Unified enterprise data intake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Secure and scalable data foundation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Reliable data preparation and enrichment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Self-service analytics and AI enablement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Governance and auditability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Board-Level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This is a strategic business platform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It reduces risk and enables growth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Investment scales with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1087</Words>
  <Application>Microsoft Macintosh PowerPoint</Application>
  <PresentationFormat>On-screen Show (4:3)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 Lake Value Proposition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Abiodun Dare</cp:lastModifiedBy>
  <cp:revision>4</cp:revision>
  <dcterms:created xsi:type="dcterms:W3CDTF">2013-01-27T09:14:16Z</dcterms:created>
  <dcterms:modified xsi:type="dcterms:W3CDTF">2025-12-18T12:17:25Z</dcterms:modified>
  <cp:category/>
</cp:coreProperties>
</file>